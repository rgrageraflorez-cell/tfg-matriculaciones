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3C081-535B-6C13-A2C7-504889435C88}" v="1" dt="2026-03-26T19:18:39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Gragera Flórez" userId="410f45afc5bf3d43" providerId="LiveId" clId="{E7DAD98C-C64D-43C3-93DE-A5CE1381A560}"/>
    <pc:docChg chg="undo custSel addSld delSld modSld">
      <pc:chgData name="Rodrigo Gragera Flórez" userId="410f45afc5bf3d43" providerId="LiveId" clId="{E7DAD98C-C64D-43C3-93DE-A5CE1381A560}" dt="2026-03-27T10:32:31.004" v="6450" actId="1076"/>
      <pc:docMkLst>
        <pc:docMk/>
      </pc:docMkLst>
      <pc:sldChg chg="addSp delSp modSp add mod">
        <pc:chgData name="Rodrigo Gragera Flórez" userId="410f45afc5bf3d43" providerId="LiveId" clId="{E7DAD98C-C64D-43C3-93DE-A5CE1381A560}" dt="2026-03-27T10:32:31.004" v="6450" actId="1076"/>
        <pc:sldMkLst>
          <pc:docMk/>
          <pc:sldMk cId="1903000600" sldId="258"/>
        </pc:sldMkLst>
        <pc:spChg chg="mod">
          <ac:chgData name="Rodrigo Gragera Flórez" userId="410f45afc5bf3d43" providerId="LiveId" clId="{E7DAD98C-C64D-43C3-93DE-A5CE1381A560}" dt="2026-03-14T18:29:40.799" v="5259" actId="1076"/>
          <ac:spMkLst>
            <pc:docMk/>
            <pc:sldMk cId="1903000600" sldId="258"/>
            <ac:spMk id="2" creationId="{4D446C91-8294-1FAC-B5DF-24CAB0257B1D}"/>
          </ac:spMkLst>
        </pc:spChg>
        <pc:spChg chg="mod">
          <ac:chgData name="Rodrigo Gragera Flórez" userId="410f45afc5bf3d43" providerId="LiveId" clId="{E7DAD98C-C64D-43C3-93DE-A5CE1381A560}" dt="2026-03-14T17:49:08.665" v="4837" actId="1076"/>
          <ac:spMkLst>
            <pc:docMk/>
            <pc:sldMk cId="1903000600" sldId="258"/>
            <ac:spMk id="3" creationId="{480965BF-08BB-0887-9E97-28CB3A6C3EFE}"/>
          </ac:spMkLst>
        </pc:spChg>
        <pc:spChg chg="mod">
          <ac:chgData name="Rodrigo Gragera Flórez" userId="410f45afc5bf3d43" providerId="LiveId" clId="{E7DAD98C-C64D-43C3-93DE-A5CE1381A560}" dt="2026-03-14T17:43:31.168" v="4762" actId="1076"/>
          <ac:spMkLst>
            <pc:docMk/>
            <pc:sldMk cId="1903000600" sldId="258"/>
            <ac:spMk id="4" creationId="{04C0BFE5-5066-CF56-C25D-4D9E28276AC6}"/>
          </ac:spMkLst>
        </pc:spChg>
        <pc:spChg chg="mod">
          <ac:chgData name="Rodrigo Gragera Flórez" userId="410f45afc5bf3d43" providerId="LiveId" clId="{E7DAD98C-C64D-43C3-93DE-A5CE1381A560}" dt="2026-03-14T18:06:36.437" v="4937" actId="1076"/>
          <ac:spMkLst>
            <pc:docMk/>
            <pc:sldMk cId="1903000600" sldId="258"/>
            <ac:spMk id="6" creationId="{E9405235-6E7B-66E2-2105-E3728838AFD2}"/>
          </ac:spMkLst>
        </pc:spChg>
        <pc:spChg chg="mod">
          <ac:chgData name="Rodrigo Gragera Flórez" userId="410f45afc5bf3d43" providerId="LiveId" clId="{E7DAD98C-C64D-43C3-93DE-A5CE1381A560}" dt="2026-03-14T18:39:02.862" v="5326" actId="108"/>
          <ac:spMkLst>
            <pc:docMk/>
            <pc:sldMk cId="1903000600" sldId="258"/>
            <ac:spMk id="7" creationId="{4C548BF5-0F9F-BABB-B4E3-666FE6D9A3BB}"/>
          </ac:spMkLst>
        </pc:spChg>
        <pc:spChg chg="mod">
          <ac:chgData name="Rodrigo Gragera Flórez" userId="410f45afc5bf3d43" providerId="LiveId" clId="{E7DAD98C-C64D-43C3-93DE-A5CE1381A560}" dt="2026-03-14T17:43:27.472" v="4761" actId="1076"/>
          <ac:spMkLst>
            <pc:docMk/>
            <pc:sldMk cId="1903000600" sldId="258"/>
            <ac:spMk id="8" creationId="{346AAF86-7805-F64A-97D5-57B087E51E5A}"/>
          </ac:spMkLst>
        </pc:spChg>
        <pc:spChg chg="mod">
          <ac:chgData name="Rodrigo Gragera Flórez" userId="410f45afc5bf3d43" providerId="LiveId" clId="{E7DAD98C-C64D-43C3-93DE-A5CE1381A560}" dt="2026-03-14T18:43:52.498" v="5389" actId="14100"/>
          <ac:spMkLst>
            <pc:docMk/>
            <pc:sldMk cId="1903000600" sldId="258"/>
            <ac:spMk id="12" creationId="{38B572BB-3573-10C8-B502-06D51C113CE9}"/>
          </ac:spMkLst>
        </pc:spChg>
        <pc:spChg chg="mod">
          <ac:chgData name="Rodrigo Gragera Flórez" userId="410f45afc5bf3d43" providerId="LiveId" clId="{E7DAD98C-C64D-43C3-93DE-A5CE1381A560}" dt="2026-03-14T18:43:50.018" v="5388" actId="1076"/>
          <ac:spMkLst>
            <pc:docMk/>
            <pc:sldMk cId="1903000600" sldId="258"/>
            <ac:spMk id="13" creationId="{C3E295BB-8F0A-046A-91FF-FEBFA7BB1461}"/>
          </ac:spMkLst>
        </pc:spChg>
        <pc:spChg chg="mod">
          <ac:chgData name="Rodrigo Gragera Flórez" userId="410f45afc5bf3d43" providerId="LiveId" clId="{E7DAD98C-C64D-43C3-93DE-A5CE1381A560}" dt="2026-03-14T19:34:26.026" v="5557" actId="14100"/>
          <ac:spMkLst>
            <pc:docMk/>
            <pc:sldMk cId="1903000600" sldId="258"/>
            <ac:spMk id="26" creationId="{6CF432E3-B784-F187-2707-EBB1318BCF12}"/>
          </ac:spMkLst>
        </pc:spChg>
        <pc:spChg chg="add mod">
          <ac:chgData name="Rodrigo Gragera Flórez" userId="410f45afc5bf3d43" providerId="LiveId" clId="{E7DAD98C-C64D-43C3-93DE-A5CE1381A560}" dt="2026-03-20T10:59:05.796" v="5949" actId="1076"/>
          <ac:spMkLst>
            <pc:docMk/>
            <pc:sldMk cId="1903000600" sldId="258"/>
            <ac:spMk id="27" creationId="{3A7E2AD8-519B-A8B1-760A-CD08F30CF4DE}"/>
          </ac:spMkLst>
        </pc:spChg>
        <pc:spChg chg="mod">
          <ac:chgData name="Rodrigo Gragera Flórez" userId="410f45afc5bf3d43" providerId="LiveId" clId="{E7DAD98C-C64D-43C3-93DE-A5CE1381A560}" dt="2026-03-14T17:54:06.518" v="4897" actId="1076"/>
          <ac:spMkLst>
            <pc:docMk/>
            <pc:sldMk cId="1903000600" sldId="258"/>
            <ac:spMk id="28" creationId="{098C7A7E-57D5-1C2B-D7E6-DC158338D3C8}"/>
          </ac:spMkLst>
        </pc:spChg>
        <pc:spChg chg="mod">
          <ac:chgData name="Rodrigo Gragera Flórez" userId="410f45afc5bf3d43" providerId="LiveId" clId="{E7DAD98C-C64D-43C3-93DE-A5CE1381A560}" dt="2026-03-14T17:43:35.884" v="4763" actId="1076"/>
          <ac:spMkLst>
            <pc:docMk/>
            <pc:sldMk cId="1903000600" sldId="258"/>
            <ac:spMk id="29" creationId="{5534CA56-6DA6-BC32-D3CF-4EC36CB5E376}"/>
          </ac:spMkLst>
        </pc:spChg>
        <pc:spChg chg="mod">
          <ac:chgData name="Rodrigo Gragera Flórez" userId="410f45afc5bf3d43" providerId="LiveId" clId="{E7DAD98C-C64D-43C3-93DE-A5CE1381A560}" dt="2026-03-14T18:43:54.489" v="5390" actId="14100"/>
          <ac:spMkLst>
            <pc:docMk/>
            <pc:sldMk cId="1903000600" sldId="258"/>
            <ac:spMk id="31" creationId="{D7CC4FCF-7B8F-066E-2F0F-7A81B440F365}"/>
          </ac:spMkLst>
        </pc:spChg>
        <pc:spChg chg="mod">
          <ac:chgData name="Rodrigo Gragera Flórez" userId="410f45afc5bf3d43" providerId="LiveId" clId="{E7DAD98C-C64D-43C3-93DE-A5CE1381A560}" dt="2026-03-14T17:49:44.998" v="4841" actId="1076"/>
          <ac:spMkLst>
            <pc:docMk/>
            <pc:sldMk cId="1903000600" sldId="258"/>
            <ac:spMk id="33" creationId="{384B62E0-234B-F732-0206-51504B913086}"/>
          </ac:spMkLst>
        </pc:spChg>
        <pc:spChg chg="mod">
          <ac:chgData name="Rodrigo Gragera Flórez" userId="410f45afc5bf3d43" providerId="LiveId" clId="{E7DAD98C-C64D-43C3-93DE-A5CE1381A560}" dt="2026-03-14T18:41:34.154" v="5363" actId="14100"/>
          <ac:spMkLst>
            <pc:docMk/>
            <pc:sldMk cId="1903000600" sldId="258"/>
            <ac:spMk id="37" creationId="{F460C4DE-147B-BB0F-DF58-4CA85C215A6D}"/>
          </ac:spMkLst>
        </pc:spChg>
        <pc:spChg chg="add mod">
          <ac:chgData name="Rodrigo Gragera Flórez" userId="410f45afc5bf3d43" providerId="LiveId" clId="{E7DAD98C-C64D-43C3-93DE-A5CE1381A560}" dt="2026-03-14T19:35:53.813" v="5572" actId="1076"/>
          <ac:spMkLst>
            <pc:docMk/>
            <pc:sldMk cId="1903000600" sldId="258"/>
            <ac:spMk id="40" creationId="{976DB66A-687D-243A-EE31-482C556DEEC1}"/>
          </ac:spMkLst>
        </pc:spChg>
        <pc:spChg chg="add mod">
          <ac:chgData name="Rodrigo Gragera Flórez" userId="410f45afc5bf3d43" providerId="LiveId" clId="{E7DAD98C-C64D-43C3-93DE-A5CE1381A560}" dt="2026-03-20T11:01:56.596" v="6034" actId="404"/>
          <ac:spMkLst>
            <pc:docMk/>
            <pc:sldMk cId="1903000600" sldId="258"/>
            <ac:spMk id="41" creationId="{4D4EAF7F-8450-FC56-A67E-F802A3F2A2EF}"/>
          </ac:spMkLst>
        </pc:spChg>
        <pc:spChg chg="add mod">
          <ac:chgData name="Rodrigo Gragera Flórez" userId="410f45afc5bf3d43" providerId="LiveId" clId="{E7DAD98C-C64D-43C3-93DE-A5CE1381A560}" dt="2026-03-14T19:36:30.720" v="5580" actId="14100"/>
          <ac:spMkLst>
            <pc:docMk/>
            <pc:sldMk cId="1903000600" sldId="258"/>
            <ac:spMk id="43" creationId="{19900D7D-008A-6A53-0A5D-BF6BE1ACA8BE}"/>
          </ac:spMkLst>
        </pc:spChg>
        <pc:spChg chg="add del mod">
          <ac:chgData name="Rodrigo Gragera Flórez" userId="410f45afc5bf3d43" providerId="LiveId" clId="{E7DAD98C-C64D-43C3-93DE-A5CE1381A560}" dt="2026-03-14T19:38:44.261" v="5606" actId="14100"/>
          <ac:spMkLst>
            <pc:docMk/>
            <pc:sldMk cId="1903000600" sldId="258"/>
            <ac:spMk id="44" creationId="{60D45F9C-BE2A-B8C1-1CBE-8602A9D23047}"/>
          </ac:spMkLst>
        </pc:spChg>
        <pc:spChg chg="mod">
          <ac:chgData name="Rodrigo Gragera Flórez" userId="410f45afc5bf3d43" providerId="LiveId" clId="{E7DAD98C-C64D-43C3-93DE-A5CE1381A560}" dt="2026-03-14T18:39:06.466" v="5327" actId="14100"/>
          <ac:spMkLst>
            <pc:docMk/>
            <pc:sldMk cId="1903000600" sldId="258"/>
            <ac:spMk id="45" creationId="{A7CC566E-1602-70D8-47A9-975643BFEE13}"/>
          </ac:spMkLst>
        </pc:spChg>
        <pc:spChg chg="mod">
          <ac:chgData name="Rodrigo Gragera Flórez" userId="410f45afc5bf3d43" providerId="LiveId" clId="{E7DAD98C-C64D-43C3-93DE-A5CE1381A560}" dt="2026-03-14T17:53:09.576" v="4889" actId="1076"/>
          <ac:spMkLst>
            <pc:docMk/>
            <pc:sldMk cId="1903000600" sldId="258"/>
            <ac:spMk id="46" creationId="{4416446A-DF00-E422-E8E0-721797F52507}"/>
          </ac:spMkLst>
        </pc:spChg>
        <pc:spChg chg="mod">
          <ac:chgData name="Rodrigo Gragera Flórez" userId="410f45afc5bf3d43" providerId="LiveId" clId="{E7DAD98C-C64D-43C3-93DE-A5CE1381A560}" dt="2026-03-14T18:28:58.878" v="5249" actId="14100"/>
          <ac:spMkLst>
            <pc:docMk/>
            <pc:sldMk cId="1903000600" sldId="258"/>
            <ac:spMk id="53" creationId="{2BB27D77-1045-65BE-43C4-26D58D109C3D}"/>
          </ac:spMkLst>
        </pc:spChg>
        <pc:spChg chg="add del mod">
          <ac:chgData name="Rodrigo Gragera Flórez" userId="410f45afc5bf3d43" providerId="LiveId" clId="{E7DAD98C-C64D-43C3-93DE-A5CE1381A560}" dt="2026-03-20T11:16:30.974" v="6171" actId="1076"/>
          <ac:spMkLst>
            <pc:docMk/>
            <pc:sldMk cId="1903000600" sldId="258"/>
            <ac:spMk id="55" creationId="{64FCEB65-DC57-5FA6-1770-7E49578B9AEA}"/>
          </ac:spMkLst>
        </pc:spChg>
        <pc:spChg chg="add mod">
          <ac:chgData name="Rodrigo Gragera Flórez" userId="410f45afc5bf3d43" providerId="LiveId" clId="{E7DAD98C-C64D-43C3-93DE-A5CE1381A560}" dt="2026-03-14T19:28:30.298" v="5443" actId="108"/>
          <ac:spMkLst>
            <pc:docMk/>
            <pc:sldMk cId="1903000600" sldId="258"/>
            <ac:spMk id="56" creationId="{905F3478-358B-B8B3-A992-7F7EF372DA57}"/>
          </ac:spMkLst>
        </pc:spChg>
        <pc:spChg chg="add mod">
          <ac:chgData name="Rodrigo Gragera Flórez" userId="410f45afc5bf3d43" providerId="LiveId" clId="{E7DAD98C-C64D-43C3-93DE-A5CE1381A560}" dt="2026-03-14T19:28:31.660" v="5446" actId="108"/>
          <ac:spMkLst>
            <pc:docMk/>
            <pc:sldMk cId="1903000600" sldId="258"/>
            <ac:spMk id="57" creationId="{C9DBDB82-CBD5-7774-21A7-AF2A64BFD7E4}"/>
          </ac:spMkLst>
        </pc:spChg>
        <pc:spChg chg="mod">
          <ac:chgData name="Rodrigo Gragera Flórez" userId="410f45afc5bf3d43" providerId="LiveId" clId="{E7DAD98C-C64D-43C3-93DE-A5CE1381A560}" dt="2026-03-14T17:43:24.164" v="4760" actId="1076"/>
          <ac:spMkLst>
            <pc:docMk/>
            <pc:sldMk cId="1903000600" sldId="258"/>
            <ac:spMk id="58" creationId="{9DBE6726-09D2-36C9-4A4A-047DF64EE4AC}"/>
          </ac:spMkLst>
        </pc:spChg>
        <pc:spChg chg="add mod">
          <ac:chgData name="Rodrigo Gragera Flórez" userId="410f45afc5bf3d43" providerId="LiveId" clId="{E7DAD98C-C64D-43C3-93DE-A5CE1381A560}" dt="2026-03-14T19:28:32.929" v="5448" actId="108"/>
          <ac:spMkLst>
            <pc:docMk/>
            <pc:sldMk cId="1903000600" sldId="258"/>
            <ac:spMk id="60" creationId="{393DF0B1-CB94-A404-3EC9-94B5D233E3FF}"/>
          </ac:spMkLst>
        </pc:spChg>
        <pc:spChg chg="add mod">
          <ac:chgData name="Rodrigo Gragera Flórez" userId="410f45afc5bf3d43" providerId="LiveId" clId="{E7DAD98C-C64D-43C3-93DE-A5CE1381A560}" dt="2026-03-14T19:28:34.412" v="5451" actId="108"/>
          <ac:spMkLst>
            <pc:docMk/>
            <pc:sldMk cId="1903000600" sldId="258"/>
            <ac:spMk id="65" creationId="{281E0D30-5D19-74A6-AB2A-0A3BE3ADD3BB}"/>
          </ac:spMkLst>
        </pc:spChg>
        <pc:spChg chg="add mod">
          <ac:chgData name="Rodrigo Gragera Flórez" userId="410f45afc5bf3d43" providerId="LiveId" clId="{E7DAD98C-C64D-43C3-93DE-A5CE1381A560}" dt="2026-03-14T19:28:28.962" v="5440" actId="108"/>
          <ac:spMkLst>
            <pc:docMk/>
            <pc:sldMk cId="1903000600" sldId="258"/>
            <ac:spMk id="66" creationId="{8F5387FA-CD10-43CF-65BF-9FD613069073}"/>
          </ac:spMkLst>
        </pc:spChg>
        <pc:spChg chg="add mod">
          <ac:chgData name="Rodrigo Gragera Flórez" userId="410f45afc5bf3d43" providerId="LiveId" clId="{E7DAD98C-C64D-43C3-93DE-A5CE1381A560}" dt="2026-03-20T11:01:46.051" v="6031" actId="403"/>
          <ac:spMkLst>
            <pc:docMk/>
            <pc:sldMk cId="1903000600" sldId="258"/>
            <ac:spMk id="69" creationId="{DF3936E9-50D2-8B47-231D-1C1C9A2F8243}"/>
          </ac:spMkLst>
        </pc:spChg>
        <pc:spChg chg="mod">
          <ac:chgData name="Rodrigo Gragera Flórez" userId="410f45afc5bf3d43" providerId="LiveId" clId="{E7DAD98C-C64D-43C3-93DE-A5CE1381A560}" dt="2026-03-14T19:27:56.049" v="5422" actId="108"/>
          <ac:spMkLst>
            <pc:docMk/>
            <pc:sldMk cId="1903000600" sldId="258"/>
            <ac:spMk id="70" creationId="{2AA4CF77-FF35-06D9-40A7-750ED2EFA24F}"/>
          </ac:spMkLst>
        </pc:spChg>
        <pc:spChg chg="mod">
          <ac:chgData name="Rodrigo Gragera Flórez" userId="410f45afc5bf3d43" providerId="LiveId" clId="{E7DAD98C-C64D-43C3-93DE-A5CE1381A560}" dt="2026-03-14T19:27:57.706" v="5423" actId="108"/>
          <ac:spMkLst>
            <pc:docMk/>
            <pc:sldMk cId="1903000600" sldId="258"/>
            <ac:spMk id="71" creationId="{C04F3924-5C78-0596-DAB2-A6599897DA5E}"/>
          </ac:spMkLst>
        </pc:spChg>
        <pc:spChg chg="mod">
          <ac:chgData name="Rodrigo Gragera Flórez" userId="410f45afc5bf3d43" providerId="LiveId" clId="{E7DAD98C-C64D-43C3-93DE-A5CE1381A560}" dt="2026-03-14T19:31:40.616" v="5482" actId="14100"/>
          <ac:spMkLst>
            <pc:docMk/>
            <pc:sldMk cId="1903000600" sldId="258"/>
            <ac:spMk id="72" creationId="{939DFCFC-EEF6-5F7A-9F78-1EE240DEFBED}"/>
          </ac:spMkLst>
        </pc:spChg>
        <pc:spChg chg="add mod">
          <ac:chgData name="Rodrigo Gragera Flórez" userId="410f45afc5bf3d43" providerId="LiveId" clId="{E7DAD98C-C64D-43C3-93DE-A5CE1381A560}" dt="2026-03-20T11:02:17.888" v="6038" actId="404"/>
          <ac:spMkLst>
            <pc:docMk/>
            <pc:sldMk cId="1903000600" sldId="258"/>
            <ac:spMk id="73" creationId="{0F7A402B-5F87-A3AA-1217-5842BB4DD9F5}"/>
          </ac:spMkLst>
        </pc:spChg>
        <pc:spChg chg="mod">
          <ac:chgData name="Rodrigo Gragera Flórez" userId="410f45afc5bf3d43" providerId="LiveId" clId="{E7DAD98C-C64D-43C3-93DE-A5CE1381A560}" dt="2026-03-14T19:29:01.304" v="5452" actId="14100"/>
          <ac:spMkLst>
            <pc:docMk/>
            <pc:sldMk cId="1903000600" sldId="258"/>
            <ac:spMk id="75" creationId="{C36FC346-C4FE-DC8D-D295-334AFBF9FAFC}"/>
          </ac:spMkLst>
        </pc:spChg>
        <pc:spChg chg="mod">
          <ac:chgData name="Rodrigo Gragera Flórez" userId="410f45afc5bf3d43" providerId="LiveId" clId="{E7DAD98C-C64D-43C3-93DE-A5CE1381A560}" dt="2026-03-14T19:28:27.003" v="5437" actId="108"/>
          <ac:spMkLst>
            <pc:docMk/>
            <pc:sldMk cId="1903000600" sldId="258"/>
            <ac:spMk id="81" creationId="{01CC4670-24C3-E9CE-E460-396D624C2D88}"/>
          </ac:spMkLst>
        </pc:spChg>
        <pc:spChg chg="add mod">
          <ac:chgData name="Rodrigo Gragera Flórez" userId="410f45afc5bf3d43" providerId="LiveId" clId="{E7DAD98C-C64D-43C3-93DE-A5CE1381A560}" dt="2026-03-20T11:13:34.598" v="6168" actId="1076"/>
          <ac:spMkLst>
            <pc:docMk/>
            <pc:sldMk cId="1903000600" sldId="258"/>
            <ac:spMk id="84" creationId="{09DDF44F-F2E6-D6F8-B334-C4CDFF2A43C2}"/>
          </ac:spMkLst>
        </pc:spChg>
        <pc:spChg chg="mod">
          <ac:chgData name="Rodrigo Gragera Flórez" userId="410f45afc5bf3d43" providerId="LiveId" clId="{E7DAD98C-C64D-43C3-93DE-A5CE1381A560}" dt="2026-03-14T19:36:24.382" v="5579" actId="14100"/>
          <ac:spMkLst>
            <pc:docMk/>
            <pc:sldMk cId="1903000600" sldId="258"/>
            <ac:spMk id="101" creationId="{6251C8E9-50D2-2614-0761-70D57FA4D31C}"/>
          </ac:spMkLst>
        </pc:spChg>
        <pc:spChg chg="add mod ord">
          <ac:chgData name="Rodrigo Gragera Flórez" userId="410f45afc5bf3d43" providerId="LiveId" clId="{E7DAD98C-C64D-43C3-93DE-A5CE1381A560}" dt="2026-03-14T19:52:49.977" v="5747" actId="1076"/>
          <ac:spMkLst>
            <pc:docMk/>
            <pc:sldMk cId="1903000600" sldId="258"/>
            <ac:spMk id="106" creationId="{F24F1FD6-7FFA-CAE6-7448-F1B5A7631763}"/>
          </ac:spMkLst>
        </pc:spChg>
        <pc:spChg chg="add mod">
          <ac:chgData name="Rodrigo Gragera Flórez" userId="410f45afc5bf3d43" providerId="LiveId" clId="{E7DAD98C-C64D-43C3-93DE-A5CE1381A560}" dt="2026-03-20T11:13:37.531" v="6169" actId="1076"/>
          <ac:spMkLst>
            <pc:docMk/>
            <pc:sldMk cId="1903000600" sldId="258"/>
            <ac:spMk id="110" creationId="{6F0A54B8-C399-7CA2-86F7-E0F40F37FE56}"/>
          </ac:spMkLst>
        </pc:spChg>
        <pc:spChg chg="mod">
          <ac:chgData name="Rodrigo Gragera Flórez" userId="410f45afc5bf3d43" providerId="LiveId" clId="{E7DAD98C-C64D-43C3-93DE-A5CE1381A560}" dt="2026-03-14T18:06:57.397" v="4941" actId="1076"/>
          <ac:spMkLst>
            <pc:docMk/>
            <pc:sldMk cId="1903000600" sldId="258"/>
            <ac:spMk id="111" creationId="{9894D871-6B13-2E7F-C025-A91D6D0A5C1D}"/>
          </ac:spMkLst>
        </pc:spChg>
        <pc:spChg chg="mod">
          <ac:chgData name="Rodrigo Gragera Flórez" userId="410f45afc5bf3d43" providerId="LiveId" clId="{E7DAD98C-C64D-43C3-93DE-A5CE1381A560}" dt="2026-03-14T18:06:57.397" v="4941" actId="1076"/>
          <ac:spMkLst>
            <pc:docMk/>
            <pc:sldMk cId="1903000600" sldId="258"/>
            <ac:spMk id="112" creationId="{ADA50DAF-1EE0-943A-8A49-624D91B2B8C5}"/>
          </ac:spMkLst>
        </pc:spChg>
        <pc:spChg chg="add mod ord">
          <ac:chgData name="Rodrigo Gragera Flórez" userId="410f45afc5bf3d43" providerId="LiveId" clId="{E7DAD98C-C64D-43C3-93DE-A5CE1381A560}" dt="2026-03-14T19:54:32.569" v="5767" actId="1076"/>
          <ac:spMkLst>
            <pc:docMk/>
            <pc:sldMk cId="1903000600" sldId="258"/>
            <ac:spMk id="113" creationId="{6E802390-4E3F-E2EC-684D-9C2C61B399DC}"/>
          </ac:spMkLst>
        </pc:spChg>
        <pc:spChg chg="add mod">
          <ac:chgData name="Rodrigo Gragera Flórez" userId="410f45afc5bf3d43" providerId="LiveId" clId="{E7DAD98C-C64D-43C3-93DE-A5CE1381A560}" dt="2026-03-20T11:13:23.383" v="6167" actId="403"/>
          <ac:spMkLst>
            <pc:docMk/>
            <pc:sldMk cId="1903000600" sldId="258"/>
            <ac:spMk id="115" creationId="{602139D2-D747-5D1C-6A56-BB43DAC657AA}"/>
          </ac:spMkLst>
        </pc:spChg>
        <pc:spChg chg="mod">
          <ac:chgData name="Rodrigo Gragera Flórez" userId="410f45afc5bf3d43" providerId="LiveId" clId="{E7DAD98C-C64D-43C3-93DE-A5CE1381A560}" dt="2026-03-14T18:26:43.686" v="5205" actId="20577"/>
          <ac:spMkLst>
            <pc:docMk/>
            <pc:sldMk cId="1903000600" sldId="258"/>
            <ac:spMk id="116" creationId="{0B0A995C-CC01-90AD-4364-7B25B7A615AF}"/>
          </ac:spMkLst>
        </pc:spChg>
        <pc:spChg chg="mod">
          <ac:chgData name="Rodrigo Gragera Flórez" userId="410f45afc5bf3d43" providerId="LiveId" clId="{E7DAD98C-C64D-43C3-93DE-A5CE1381A560}" dt="2026-03-14T18:26:45.862" v="5207" actId="20577"/>
          <ac:spMkLst>
            <pc:docMk/>
            <pc:sldMk cId="1903000600" sldId="258"/>
            <ac:spMk id="117" creationId="{3002AC64-C83C-5FED-7811-4C570888F806}"/>
          </ac:spMkLst>
        </pc:spChg>
        <pc:spChg chg="mod">
          <ac:chgData name="Rodrigo Gragera Flórez" userId="410f45afc5bf3d43" providerId="LiveId" clId="{E7DAD98C-C64D-43C3-93DE-A5CE1381A560}" dt="2026-03-14T18:26:48.030" v="5209" actId="20577"/>
          <ac:spMkLst>
            <pc:docMk/>
            <pc:sldMk cId="1903000600" sldId="258"/>
            <ac:spMk id="118" creationId="{D91BAF63-9C06-4B73-7E88-C565DD7BBCE2}"/>
          </ac:spMkLst>
        </pc:spChg>
        <pc:spChg chg="mod">
          <ac:chgData name="Rodrigo Gragera Flórez" userId="410f45afc5bf3d43" providerId="LiveId" clId="{E7DAD98C-C64D-43C3-93DE-A5CE1381A560}" dt="2026-03-27T10:32:25.800" v="6449" actId="1076"/>
          <ac:spMkLst>
            <pc:docMk/>
            <pc:sldMk cId="1903000600" sldId="258"/>
            <ac:spMk id="121" creationId="{42A38C8B-6F38-7272-6ADB-9870F85424DE}"/>
          </ac:spMkLst>
        </pc:spChg>
        <pc:spChg chg="mod">
          <ac:chgData name="Rodrigo Gragera Flórez" userId="410f45afc5bf3d43" providerId="LiveId" clId="{E7DAD98C-C64D-43C3-93DE-A5CE1381A560}" dt="2026-03-20T11:05:19.945" v="6112" actId="20577"/>
          <ac:spMkLst>
            <pc:docMk/>
            <pc:sldMk cId="1903000600" sldId="258"/>
            <ac:spMk id="125" creationId="{75AD924D-9872-FB67-25E5-81F609F3A147}"/>
          </ac:spMkLst>
        </pc:spChg>
        <pc:spChg chg="mod">
          <ac:chgData name="Rodrigo Gragera Flórez" userId="410f45afc5bf3d43" providerId="LiveId" clId="{E7DAD98C-C64D-43C3-93DE-A5CE1381A560}" dt="2026-03-20T11:04:21.158" v="6074" actId="1076"/>
          <ac:spMkLst>
            <pc:docMk/>
            <pc:sldMk cId="1903000600" sldId="258"/>
            <ac:spMk id="127" creationId="{6244B5CB-AABC-9123-0B8C-28FA5001AE2B}"/>
          </ac:spMkLst>
        </pc:spChg>
        <pc:spChg chg="del mod">
          <ac:chgData name="Rodrigo Gragera Flórez" userId="410f45afc5bf3d43" providerId="LiveId" clId="{E7DAD98C-C64D-43C3-93DE-A5CE1381A560}" dt="2026-03-27T10:32:13.326" v="6446" actId="478"/>
          <ac:spMkLst>
            <pc:docMk/>
            <pc:sldMk cId="1903000600" sldId="258"/>
            <ac:spMk id="130" creationId="{37F229B7-29BE-EA94-CBD2-77F1C10AF6E6}"/>
          </ac:spMkLst>
        </pc:spChg>
        <pc:spChg chg="mod">
          <ac:chgData name="Rodrigo Gragera Flórez" userId="410f45afc5bf3d43" providerId="LiveId" clId="{E7DAD98C-C64D-43C3-93DE-A5CE1381A560}" dt="2026-03-14T18:26:49.808" v="5211" actId="20577"/>
          <ac:spMkLst>
            <pc:docMk/>
            <pc:sldMk cId="1903000600" sldId="258"/>
            <ac:spMk id="146" creationId="{D4C0AAB3-7A32-9E8B-77F1-F88E17AA5009}"/>
          </ac:spMkLst>
        </pc:spChg>
        <pc:spChg chg="mod">
          <ac:chgData name="Rodrigo Gragera Flórez" userId="410f45afc5bf3d43" providerId="LiveId" clId="{E7DAD98C-C64D-43C3-93DE-A5CE1381A560}" dt="2026-03-14T18:26:51.526" v="5213" actId="20577"/>
          <ac:spMkLst>
            <pc:docMk/>
            <pc:sldMk cId="1903000600" sldId="258"/>
            <ac:spMk id="151" creationId="{30DFDA07-643E-B9F6-9A8F-CF724782F029}"/>
          </ac:spMkLst>
        </pc:spChg>
        <pc:spChg chg="mod">
          <ac:chgData name="Rodrigo Gragera Flórez" userId="410f45afc5bf3d43" providerId="LiveId" clId="{E7DAD98C-C64D-43C3-93DE-A5CE1381A560}" dt="2026-03-14T18:26:59.263" v="5219" actId="20577"/>
          <ac:spMkLst>
            <pc:docMk/>
            <pc:sldMk cId="1903000600" sldId="258"/>
            <ac:spMk id="154" creationId="{FA427EAD-6BB4-3615-38A0-8779972FC953}"/>
          </ac:spMkLst>
        </pc:spChg>
        <pc:spChg chg="mod">
          <ac:chgData name="Rodrigo Gragera Flórez" userId="410f45afc5bf3d43" providerId="LiveId" clId="{E7DAD98C-C64D-43C3-93DE-A5CE1381A560}" dt="2026-03-27T10:32:31.004" v="6450" actId="1076"/>
          <ac:spMkLst>
            <pc:docMk/>
            <pc:sldMk cId="1903000600" sldId="258"/>
            <ac:spMk id="158" creationId="{1F64CC88-53AC-D1CF-7962-CAFDEF97EE76}"/>
          </ac:spMkLst>
        </pc:spChg>
        <pc:spChg chg="add mod">
          <ac:chgData name="Rodrigo Gragera Flórez" userId="410f45afc5bf3d43" providerId="LiveId" clId="{E7DAD98C-C64D-43C3-93DE-A5CE1381A560}" dt="2026-03-14T18:29:08.162" v="5251" actId="1076"/>
          <ac:spMkLst>
            <pc:docMk/>
            <pc:sldMk cId="1903000600" sldId="258"/>
            <ac:spMk id="162" creationId="{C34265A8-3060-F571-D6F9-96AC7284ECF0}"/>
          </ac:spMkLst>
        </pc:spChg>
        <pc:spChg chg="mod">
          <ac:chgData name="Rodrigo Gragera Flórez" userId="410f45afc5bf3d43" providerId="LiveId" clId="{E7DAD98C-C64D-43C3-93DE-A5CE1381A560}" dt="2026-03-20T11:04:28.170" v="6075" actId="1076"/>
          <ac:spMkLst>
            <pc:docMk/>
            <pc:sldMk cId="1903000600" sldId="258"/>
            <ac:spMk id="165" creationId="{570107BE-103C-C759-E720-8F1D63A0C0EB}"/>
          </ac:spMkLst>
        </pc:spChg>
        <pc:spChg chg="mod">
          <ac:chgData name="Rodrigo Gragera Flórez" userId="410f45afc5bf3d43" providerId="LiveId" clId="{E7DAD98C-C64D-43C3-93DE-A5CE1381A560}" dt="2026-03-14T17:49:13.844" v="4838" actId="1076"/>
          <ac:spMkLst>
            <pc:docMk/>
            <pc:sldMk cId="1903000600" sldId="258"/>
            <ac:spMk id="168" creationId="{5BD8C36F-0CD5-EB6B-9B2A-F3C4DBC8BECE}"/>
          </ac:spMkLst>
        </pc:spChg>
        <pc:spChg chg="mod">
          <ac:chgData name="Rodrigo Gragera Flórez" userId="410f45afc5bf3d43" providerId="LiveId" clId="{E7DAD98C-C64D-43C3-93DE-A5CE1381A560}" dt="2026-03-14T17:49:19.155" v="4839" actId="1076"/>
          <ac:spMkLst>
            <pc:docMk/>
            <pc:sldMk cId="1903000600" sldId="258"/>
            <ac:spMk id="170" creationId="{EC3FAD2E-6E11-0737-4AF7-57A866196691}"/>
          </ac:spMkLst>
        </pc:spChg>
        <pc:spChg chg="mod">
          <ac:chgData name="Rodrigo Gragera Flórez" userId="410f45afc5bf3d43" providerId="LiveId" clId="{E7DAD98C-C64D-43C3-93DE-A5CE1381A560}" dt="2026-03-14T18:26:56.910" v="5217" actId="20577"/>
          <ac:spMkLst>
            <pc:docMk/>
            <pc:sldMk cId="1903000600" sldId="258"/>
            <ac:spMk id="171" creationId="{97769FD5-953B-3F53-B9DC-172359E7C2AD}"/>
          </ac:spMkLst>
        </pc:spChg>
        <pc:spChg chg="add mod">
          <ac:chgData name="Rodrigo Gragera Flórez" userId="410f45afc5bf3d43" providerId="LiveId" clId="{E7DAD98C-C64D-43C3-93DE-A5CE1381A560}" dt="2026-03-14T18:36:43.121" v="5293" actId="1076"/>
          <ac:spMkLst>
            <pc:docMk/>
            <pc:sldMk cId="1903000600" sldId="258"/>
            <ac:spMk id="172" creationId="{EC0FB418-0FD7-C0C3-5FBA-8814C8CB7E4B}"/>
          </ac:spMkLst>
        </pc:spChg>
        <pc:spChg chg="add mod">
          <ac:chgData name="Rodrigo Gragera Flórez" userId="410f45afc5bf3d43" providerId="LiveId" clId="{E7DAD98C-C64D-43C3-93DE-A5CE1381A560}" dt="2026-03-14T18:36:40.058" v="5292" actId="1076"/>
          <ac:spMkLst>
            <pc:docMk/>
            <pc:sldMk cId="1903000600" sldId="258"/>
            <ac:spMk id="173" creationId="{99F9A89F-49FC-6B57-1D6A-B29CF4278353}"/>
          </ac:spMkLst>
        </pc:spChg>
        <pc:spChg chg="mod">
          <ac:chgData name="Rodrigo Gragera Flórez" userId="410f45afc5bf3d43" providerId="LiveId" clId="{E7DAD98C-C64D-43C3-93DE-A5CE1381A560}" dt="2026-03-14T18:27:02.150" v="5221" actId="20577"/>
          <ac:spMkLst>
            <pc:docMk/>
            <pc:sldMk cId="1903000600" sldId="258"/>
            <ac:spMk id="197" creationId="{EA5EE99F-B0D9-251A-4F38-BE798A164D45}"/>
          </ac:spMkLst>
        </pc:spChg>
        <pc:spChg chg="add mod">
          <ac:chgData name="Rodrigo Gragera Flórez" userId="410f45afc5bf3d43" providerId="LiveId" clId="{E7DAD98C-C64D-43C3-93DE-A5CE1381A560}" dt="2026-03-14T18:38:42.817" v="5324" actId="1076"/>
          <ac:spMkLst>
            <pc:docMk/>
            <pc:sldMk cId="1903000600" sldId="258"/>
            <ac:spMk id="198" creationId="{AE5C0AF4-FEEB-A2A9-1C76-08E3C611D057}"/>
          </ac:spMkLst>
        </pc:spChg>
        <pc:spChg chg="add mod">
          <ac:chgData name="Rodrigo Gragera Flórez" userId="410f45afc5bf3d43" providerId="LiveId" clId="{E7DAD98C-C64D-43C3-93DE-A5CE1381A560}" dt="2026-03-14T19:27:38.948" v="5421" actId="1076"/>
          <ac:spMkLst>
            <pc:docMk/>
            <pc:sldMk cId="1903000600" sldId="258"/>
            <ac:spMk id="201" creationId="{02FCEA89-DA19-38EB-F230-501072B97202}"/>
          </ac:spMkLst>
        </pc:spChg>
        <pc:spChg chg="add mod">
          <ac:chgData name="Rodrigo Gragera Flórez" userId="410f45afc5bf3d43" providerId="LiveId" clId="{E7DAD98C-C64D-43C3-93DE-A5CE1381A560}" dt="2026-03-14T19:27:36.009" v="5420" actId="14100"/>
          <ac:spMkLst>
            <pc:docMk/>
            <pc:sldMk cId="1903000600" sldId="258"/>
            <ac:spMk id="202" creationId="{CDB62F5F-29F3-C388-3D75-51A261836C92}"/>
          </ac:spMkLst>
        </pc:spChg>
        <pc:spChg chg="add mod">
          <ac:chgData name="Rodrigo Gragera Flórez" userId="410f45afc5bf3d43" providerId="LiveId" clId="{E7DAD98C-C64D-43C3-93DE-A5CE1381A560}" dt="2026-03-14T19:27:30.926" v="5419" actId="1076"/>
          <ac:spMkLst>
            <pc:docMk/>
            <pc:sldMk cId="1903000600" sldId="258"/>
            <ac:spMk id="203" creationId="{3D013B2A-CFCC-55F7-8CD6-8A84E81795F9}"/>
          </ac:spMkLst>
        </pc:spChg>
        <pc:spChg chg="mod">
          <ac:chgData name="Rodrigo Gragera Flórez" userId="410f45afc5bf3d43" providerId="LiveId" clId="{E7DAD98C-C64D-43C3-93DE-A5CE1381A560}" dt="2026-03-14T18:07:34.799" v="4958" actId="1076"/>
          <ac:spMkLst>
            <pc:docMk/>
            <pc:sldMk cId="1903000600" sldId="258"/>
            <ac:spMk id="209" creationId="{BFAAEE67-B882-E7A0-30D7-4ABA2B1652A3}"/>
          </ac:spMkLst>
        </pc:spChg>
        <pc:spChg chg="mod">
          <ac:chgData name="Rodrigo Gragera Flórez" userId="410f45afc5bf3d43" providerId="LiveId" clId="{E7DAD98C-C64D-43C3-93DE-A5CE1381A560}" dt="2026-03-14T17:47:30.133" v="4810" actId="1076"/>
          <ac:spMkLst>
            <pc:docMk/>
            <pc:sldMk cId="1903000600" sldId="258"/>
            <ac:spMk id="211" creationId="{51C6B494-0E18-1780-9376-4DDA462BFC49}"/>
          </ac:spMkLst>
        </pc:spChg>
        <pc:spChg chg="add mod">
          <ac:chgData name="Rodrigo Gragera Flórez" userId="410f45afc5bf3d43" providerId="LiveId" clId="{E7DAD98C-C64D-43C3-93DE-A5CE1381A560}" dt="2026-03-14T19:28:21.353" v="5429" actId="108"/>
          <ac:spMkLst>
            <pc:docMk/>
            <pc:sldMk cId="1903000600" sldId="258"/>
            <ac:spMk id="216" creationId="{9992BDE5-AEA7-4721-0670-9381C26544A1}"/>
          </ac:spMkLst>
        </pc:spChg>
        <pc:spChg chg="add mod">
          <ac:chgData name="Rodrigo Gragera Flórez" userId="410f45afc5bf3d43" providerId="LiveId" clId="{E7DAD98C-C64D-43C3-93DE-A5CE1381A560}" dt="2026-03-14T19:28:23.492" v="5431" actId="108"/>
          <ac:spMkLst>
            <pc:docMk/>
            <pc:sldMk cId="1903000600" sldId="258"/>
            <ac:spMk id="218" creationId="{455BCB0B-A614-8CCC-F8F8-C0534B55A6B7}"/>
          </ac:spMkLst>
        </pc:spChg>
        <pc:spChg chg="mod">
          <ac:chgData name="Rodrigo Gragera Flórez" userId="410f45afc5bf3d43" providerId="LiveId" clId="{E7DAD98C-C64D-43C3-93DE-A5CE1381A560}" dt="2026-03-14T18:39:13.710" v="5328" actId="108"/>
          <ac:spMkLst>
            <pc:docMk/>
            <pc:sldMk cId="1903000600" sldId="258"/>
            <ac:spMk id="226" creationId="{80C975C7-3937-8037-0DC4-A679FF83C7AD}"/>
          </ac:spMkLst>
        </pc:spChg>
        <pc:spChg chg="mod">
          <ac:chgData name="Rodrigo Gragera Flórez" userId="410f45afc5bf3d43" providerId="LiveId" clId="{E7DAD98C-C64D-43C3-93DE-A5CE1381A560}" dt="2026-03-14T18:39:22.766" v="5330" actId="108"/>
          <ac:spMkLst>
            <pc:docMk/>
            <pc:sldMk cId="1903000600" sldId="258"/>
            <ac:spMk id="227" creationId="{AD12CA8B-70AC-8C66-1EAA-467B2154EA4A}"/>
          </ac:spMkLst>
        </pc:spChg>
        <pc:spChg chg="mod">
          <ac:chgData name="Rodrigo Gragera Flórez" userId="410f45afc5bf3d43" providerId="LiveId" clId="{E7DAD98C-C64D-43C3-93DE-A5CE1381A560}" dt="2026-03-14T18:39:16.357" v="5329" actId="108"/>
          <ac:spMkLst>
            <pc:docMk/>
            <pc:sldMk cId="1903000600" sldId="258"/>
            <ac:spMk id="228" creationId="{8C97D8A2-4D8E-D533-5C1B-B2CA818DDC7A}"/>
          </ac:spMkLst>
        </pc:spChg>
        <pc:spChg chg="mod">
          <ac:chgData name="Rodrigo Gragera Flórez" userId="410f45afc5bf3d43" providerId="LiveId" clId="{E7DAD98C-C64D-43C3-93DE-A5CE1381A560}" dt="2026-03-20T11:04:18.946" v="6073" actId="1076"/>
          <ac:spMkLst>
            <pc:docMk/>
            <pc:sldMk cId="1903000600" sldId="258"/>
            <ac:spMk id="229" creationId="{E40F8DCF-EF52-09D0-32DF-5C252E2867C3}"/>
          </ac:spMkLst>
        </pc:spChg>
        <pc:spChg chg="mod">
          <ac:chgData name="Rodrigo Gragera Flórez" userId="410f45afc5bf3d43" providerId="LiveId" clId="{E7DAD98C-C64D-43C3-93DE-A5CE1381A560}" dt="2026-03-14T17:54:02.929" v="4896" actId="1076"/>
          <ac:spMkLst>
            <pc:docMk/>
            <pc:sldMk cId="1903000600" sldId="258"/>
            <ac:spMk id="233" creationId="{91DF974D-6956-405E-7E77-8B6280D08F2F}"/>
          </ac:spMkLst>
        </pc:spChg>
        <pc:spChg chg="mod">
          <ac:chgData name="Rodrigo Gragera Flórez" userId="410f45afc5bf3d43" providerId="LiveId" clId="{E7DAD98C-C64D-43C3-93DE-A5CE1381A560}" dt="2026-03-14T17:49:54.003" v="4843" actId="1076"/>
          <ac:spMkLst>
            <pc:docMk/>
            <pc:sldMk cId="1903000600" sldId="258"/>
            <ac:spMk id="234" creationId="{C7E4722E-ED92-55BD-F31A-0345FA9D22D5}"/>
          </ac:spMkLst>
        </pc:spChg>
        <pc:spChg chg="mod">
          <ac:chgData name="Rodrigo Gragera Flórez" userId="410f45afc5bf3d43" providerId="LiveId" clId="{E7DAD98C-C64D-43C3-93DE-A5CE1381A560}" dt="2026-03-14T17:54:10.264" v="4898" actId="1076"/>
          <ac:spMkLst>
            <pc:docMk/>
            <pc:sldMk cId="1903000600" sldId="258"/>
            <ac:spMk id="237" creationId="{3F13ED6E-6C98-945D-CFB7-5F6C82141ECD}"/>
          </ac:spMkLst>
        </pc:spChg>
        <pc:spChg chg="add mod">
          <ac:chgData name="Rodrigo Gragera Flórez" userId="410f45afc5bf3d43" providerId="LiveId" clId="{E7DAD98C-C64D-43C3-93DE-A5CE1381A560}" dt="2026-03-14T19:54:20.936" v="5765" actId="1076"/>
          <ac:spMkLst>
            <pc:docMk/>
            <pc:sldMk cId="1903000600" sldId="258"/>
            <ac:spMk id="245" creationId="{62D823A2-848F-D8F1-342B-1BB48467527D}"/>
          </ac:spMkLst>
        </pc:spChg>
        <pc:spChg chg="add mod">
          <ac:chgData name="Rodrigo Gragera Flórez" userId="410f45afc5bf3d43" providerId="LiveId" clId="{E7DAD98C-C64D-43C3-93DE-A5CE1381A560}" dt="2026-03-14T19:26:49.808" v="5412" actId="108"/>
          <ac:spMkLst>
            <pc:docMk/>
            <pc:sldMk cId="1903000600" sldId="258"/>
            <ac:spMk id="247" creationId="{047B7F4F-1C1C-576C-99EB-C650A56C778E}"/>
          </ac:spMkLst>
        </pc:spChg>
        <pc:spChg chg="add mod">
          <ac:chgData name="Rodrigo Gragera Flórez" userId="410f45afc5bf3d43" providerId="LiveId" clId="{E7DAD98C-C64D-43C3-93DE-A5CE1381A560}" dt="2026-03-14T19:26:47.094" v="5411" actId="108"/>
          <ac:spMkLst>
            <pc:docMk/>
            <pc:sldMk cId="1903000600" sldId="258"/>
            <ac:spMk id="249" creationId="{C0983760-6D18-3BF1-80E6-61D2B1C65CB5}"/>
          </ac:spMkLst>
        </pc:spChg>
        <pc:spChg chg="add mod">
          <ac:chgData name="Rodrigo Gragera Flórez" userId="410f45afc5bf3d43" providerId="LiveId" clId="{E7DAD98C-C64D-43C3-93DE-A5CE1381A560}" dt="2026-03-14T19:40:34.499" v="5613" actId="14100"/>
          <ac:spMkLst>
            <pc:docMk/>
            <pc:sldMk cId="1903000600" sldId="258"/>
            <ac:spMk id="250" creationId="{D35C3CBA-AF6F-CBBB-F632-435800290ACE}"/>
          </ac:spMkLst>
        </pc:spChg>
        <pc:spChg chg="add mod">
          <ac:chgData name="Rodrigo Gragera Flórez" userId="410f45afc5bf3d43" providerId="LiveId" clId="{E7DAD98C-C64D-43C3-93DE-A5CE1381A560}" dt="2026-03-14T19:54:12.185" v="5764" actId="14100"/>
          <ac:spMkLst>
            <pc:docMk/>
            <pc:sldMk cId="1903000600" sldId="258"/>
            <ac:spMk id="255" creationId="{D8EBC33F-F92B-EB63-9F84-BAD83F4460D5}"/>
          </ac:spMkLst>
        </pc:spChg>
        <pc:spChg chg="add mod">
          <ac:chgData name="Rodrigo Gragera Flórez" userId="410f45afc5bf3d43" providerId="LiveId" clId="{E7DAD98C-C64D-43C3-93DE-A5CE1381A560}" dt="2026-03-14T21:37:13.912" v="5842" actId="20577"/>
          <ac:spMkLst>
            <pc:docMk/>
            <pc:sldMk cId="1903000600" sldId="258"/>
            <ac:spMk id="263" creationId="{038703B7-CE8D-A484-4B39-365B7C8B2E01}"/>
          </ac:spMkLst>
        </pc:spChg>
        <pc:spChg chg="add mod">
          <ac:chgData name="Rodrigo Gragera Flórez" userId="410f45afc5bf3d43" providerId="LiveId" clId="{E7DAD98C-C64D-43C3-93DE-A5CE1381A560}" dt="2026-03-14T21:37:16.440" v="5844" actId="20577"/>
          <ac:spMkLst>
            <pc:docMk/>
            <pc:sldMk cId="1903000600" sldId="258"/>
            <ac:spMk id="266" creationId="{5C3EBAFF-EF26-E8E0-9FB8-C75A79921A50}"/>
          </ac:spMkLst>
        </pc:spChg>
        <pc:spChg chg="add mod">
          <ac:chgData name="Rodrigo Gragera Flórez" userId="410f45afc5bf3d43" providerId="LiveId" clId="{E7DAD98C-C64D-43C3-93DE-A5CE1381A560}" dt="2026-03-14T19:53:59.272" v="5762" actId="14100"/>
          <ac:spMkLst>
            <pc:docMk/>
            <pc:sldMk cId="1903000600" sldId="258"/>
            <ac:spMk id="267" creationId="{DD709D50-4E81-CCAA-543B-6852043A7F29}"/>
          </ac:spMkLst>
        </pc:spChg>
        <pc:spChg chg="add mod">
          <ac:chgData name="Rodrigo Gragera Flórez" userId="410f45afc5bf3d43" providerId="LiveId" clId="{E7DAD98C-C64D-43C3-93DE-A5CE1381A560}" dt="2026-03-20T11:00:30.979" v="5980" actId="20577"/>
          <ac:spMkLst>
            <pc:docMk/>
            <pc:sldMk cId="1903000600" sldId="258"/>
            <ac:spMk id="294" creationId="{78083ECB-A81F-0F96-2003-798BC05588ED}"/>
          </ac:spMkLst>
        </pc:spChg>
        <pc:picChg chg="mod">
          <ac:chgData name="Rodrigo Gragera Flórez" userId="410f45afc5bf3d43" providerId="LiveId" clId="{E7DAD98C-C64D-43C3-93DE-A5CE1381A560}" dt="2026-03-14T18:06:34.225" v="4936" actId="1076"/>
          <ac:picMkLst>
            <pc:docMk/>
            <pc:sldMk cId="1903000600" sldId="258"/>
            <ac:picMk id="16" creationId="{3CEA3D82-3E2B-92D3-ABEC-2C06BAACA075}"/>
          </ac:picMkLst>
        </pc:picChg>
        <pc:picChg chg="mod">
          <ac:chgData name="Rodrigo Gragera Flórez" userId="410f45afc5bf3d43" providerId="LiveId" clId="{E7DAD98C-C64D-43C3-93DE-A5CE1381A560}" dt="2026-03-14T18:06:34.225" v="4936" actId="1076"/>
          <ac:picMkLst>
            <pc:docMk/>
            <pc:sldMk cId="1903000600" sldId="258"/>
            <ac:picMk id="17" creationId="{18243E18-011E-5992-73EB-015098320679}"/>
          </ac:picMkLst>
        </pc:picChg>
        <pc:picChg chg="mod">
          <ac:chgData name="Rodrigo Gragera Flórez" userId="410f45afc5bf3d43" providerId="LiveId" clId="{E7DAD98C-C64D-43C3-93DE-A5CE1381A560}" dt="2026-03-14T18:40:19.766" v="5348" actId="1076"/>
          <ac:picMkLst>
            <pc:docMk/>
            <pc:sldMk cId="1903000600" sldId="258"/>
            <ac:picMk id="76" creationId="{7D7FD137-60D5-4472-821E-BC21A8C13F44}"/>
          </ac:picMkLst>
        </pc:picChg>
        <pc:picChg chg="mod">
          <ac:chgData name="Rodrigo Gragera Flórez" userId="410f45afc5bf3d43" providerId="LiveId" clId="{E7DAD98C-C64D-43C3-93DE-A5CE1381A560}" dt="2026-03-14T18:40:21.965" v="5349" actId="1076"/>
          <ac:picMkLst>
            <pc:docMk/>
            <pc:sldMk cId="1903000600" sldId="258"/>
            <ac:picMk id="79" creationId="{5198E9DD-FF39-A0A7-07A1-9FA449A913D4}"/>
          </ac:picMkLst>
        </pc:picChg>
        <pc:picChg chg="mod">
          <ac:chgData name="Rodrigo Gragera Flórez" userId="410f45afc5bf3d43" providerId="LiveId" clId="{E7DAD98C-C64D-43C3-93DE-A5CE1381A560}" dt="2026-03-14T17:50:54.070" v="4855" actId="1076"/>
          <ac:picMkLst>
            <pc:docMk/>
            <pc:sldMk cId="1903000600" sldId="258"/>
            <ac:picMk id="80" creationId="{563378A6-F052-6EE7-0952-EF6A636F9872}"/>
          </ac:picMkLst>
        </pc:picChg>
        <pc:picChg chg="mod">
          <ac:chgData name="Rodrigo Gragera Flórez" userId="410f45afc5bf3d43" providerId="LiveId" clId="{E7DAD98C-C64D-43C3-93DE-A5CE1381A560}" dt="2026-03-14T17:46:31.157" v="4800" actId="1076"/>
          <ac:picMkLst>
            <pc:docMk/>
            <pc:sldMk cId="1903000600" sldId="258"/>
            <ac:picMk id="87" creationId="{E267899F-4467-CEB1-26D1-BAB955AE482B}"/>
          </ac:picMkLst>
        </pc:picChg>
        <pc:picChg chg="mod">
          <ac:chgData name="Rodrigo Gragera Flórez" userId="410f45afc5bf3d43" providerId="LiveId" clId="{E7DAD98C-C64D-43C3-93DE-A5CE1381A560}" dt="2026-03-14T17:48:10.598" v="4822" actId="1076"/>
          <ac:picMkLst>
            <pc:docMk/>
            <pc:sldMk cId="1903000600" sldId="258"/>
            <ac:picMk id="99" creationId="{7C1432E3-8893-AECA-A617-D61A9A46BF4D}"/>
          </ac:picMkLst>
        </pc:picChg>
        <pc:picChg chg="mod">
          <ac:chgData name="Rodrigo Gragera Flórez" userId="410f45afc5bf3d43" providerId="LiveId" clId="{E7DAD98C-C64D-43C3-93DE-A5CE1381A560}" dt="2026-03-14T17:48:10.598" v="4822" actId="1076"/>
          <ac:picMkLst>
            <pc:docMk/>
            <pc:sldMk cId="1903000600" sldId="258"/>
            <ac:picMk id="100" creationId="{3AF6486B-4E25-D344-0C14-EA190CCE6E47}"/>
          </ac:picMkLst>
        </pc:picChg>
        <pc:picChg chg="add mod">
          <ac:chgData name="Rodrigo Gragera Flórez" userId="410f45afc5bf3d43" providerId="LiveId" clId="{E7DAD98C-C64D-43C3-93DE-A5CE1381A560}" dt="2026-03-14T18:25:27.083" v="5159" actId="1076"/>
          <ac:picMkLst>
            <pc:docMk/>
            <pc:sldMk cId="1903000600" sldId="258"/>
            <ac:picMk id="163" creationId="{FBB7E7D1-2C4D-F018-B3C2-D02A122E491C}"/>
          </ac:picMkLst>
        </pc:picChg>
        <pc:picChg chg="add mod">
          <ac:chgData name="Rodrigo Gragera Flórez" userId="410f45afc5bf3d43" providerId="LiveId" clId="{E7DAD98C-C64D-43C3-93DE-A5CE1381A560}" dt="2026-03-14T18:25:27.083" v="5159" actId="1076"/>
          <ac:picMkLst>
            <pc:docMk/>
            <pc:sldMk cId="1903000600" sldId="258"/>
            <ac:picMk id="166" creationId="{51AB6A49-763C-1FAE-54F3-7C9AA940021C}"/>
          </ac:picMkLst>
        </pc:picChg>
        <pc:picChg chg="mod">
          <ac:chgData name="Rodrigo Gragera Flórez" userId="410f45afc5bf3d43" providerId="LiveId" clId="{E7DAD98C-C64D-43C3-93DE-A5CE1381A560}" dt="2026-03-14T17:49:22.305" v="4840" actId="1076"/>
          <ac:picMkLst>
            <pc:docMk/>
            <pc:sldMk cId="1903000600" sldId="258"/>
            <ac:picMk id="178" creationId="{32052536-1E6A-9E78-9BE7-878271750FAA}"/>
          </ac:picMkLst>
        </pc:picChg>
        <pc:picChg chg="add mod">
          <ac:chgData name="Rodrigo Gragera Flórez" userId="410f45afc5bf3d43" providerId="LiveId" clId="{E7DAD98C-C64D-43C3-93DE-A5CE1381A560}" dt="2026-03-14T18:07:02.851" v="4944" actId="1076"/>
          <ac:picMkLst>
            <pc:docMk/>
            <pc:sldMk cId="1903000600" sldId="258"/>
            <ac:picMk id="184" creationId="{781CCB59-CD0D-D046-072E-8AC7E81FD60E}"/>
          </ac:picMkLst>
        </pc:picChg>
        <pc:picChg chg="add mod">
          <ac:chgData name="Rodrigo Gragera Flórez" userId="410f45afc5bf3d43" providerId="LiveId" clId="{E7DAD98C-C64D-43C3-93DE-A5CE1381A560}" dt="2026-03-14T18:07:02.851" v="4944" actId="1076"/>
          <ac:picMkLst>
            <pc:docMk/>
            <pc:sldMk cId="1903000600" sldId="258"/>
            <ac:picMk id="185" creationId="{6861AB57-F654-2AAB-69EB-E486130AE1AF}"/>
          </ac:picMkLst>
        </pc:picChg>
        <pc:picChg chg="add mod">
          <ac:chgData name="Rodrigo Gragera Flórez" userId="410f45afc5bf3d43" providerId="LiveId" clId="{E7DAD98C-C64D-43C3-93DE-A5CE1381A560}" dt="2026-03-14T18:36:44.420" v="5294" actId="1076"/>
          <ac:picMkLst>
            <pc:docMk/>
            <pc:sldMk cId="1903000600" sldId="258"/>
            <ac:picMk id="186" creationId="{7E656B4C-87C6-AFE4-8390-3CD2A1AF1F66}"/>
          </ac:picMkLst>
        </pc:picChg>
        <pc:picChg chg="add mod">
          <ac:chgData name="Rodrigo Gragera Flórez" userId="410f45afc5bf3d43" providerId="LiveId" clId="{E7DAD98C-C64D-43C3-93DE-A5CE1381A560}" dt="2026-03-14T18:07:02.851" v="4944" actId="1076"/>
          <ac:picMkLst>
            <pc:docMk/>
            <pc:sldMk cId="1903000600" sldId="258"/>
            <ac:picMk id="187" creationId="{3889C31C-FF9E-291A-4F51-6576B7FB97F4}"/>
          </ac:picMkLst>
        </pc:picChg>
        <pc:picChg chg="mod">
          <ac:chgData name="Rodrigo Gragera Flórez" userId="410f45afc5bf3d43" providerId="LiveId" clId="{E7DAD98C-C64D-43C3-93DE-A5CE1381A560}" dt="2026-03-14T17:48:07.254" v="4821" actId="1076"/>
          <ac:picMkLst>
            <pc:docMk/>
            <pc:sldMk cId="1903000600" sldId="258"/>
            <ac:picMk id="214" creationId="{82DB23AE-07D3-47AB-B3D4-32454A4B42F4}"/>
          </ac:picMkLst>
        </pc:picChg>
        <pc:picChg chg="add mod">
          <ac:chgData name="Rodrigo Gragera Flórez" userId="410f45afc5bf3d43" providerId="LiveId" clId="{E7DAD98C-C64D-43C3-93DE-A5CE1381A560}" dt="2026-03-14T18:40:38.922" v="5354" actId="1076"/>
          <ac:picMkLst>
            <pc:docMk/>
            <pc:sldMk cId="1903000600" sldId="258"/>
            <ac:picMk id="219" creationId="{CA582503-733F-BB20-1AD9-326D5EAADEFA}"/>
          </ac:picMkLst>
        </pc:picChg>
        <pc:picChg chg="add mod">
          <ac:chgData name="Rodrigo Gragera Flórez" userId="410f45afc5bf3d43" providerId="LiveId" clId="{E7DAD98C-C64D-43C3-93DE-A5CE1381A560}" dt="2026-03-14T18:40:37.905" v="5353" actId="1076"/>
          <ac:picMkLst>
            <pc:docMk/>
            <pc:sldMk cId="1903000600" sldId="258"/>
            <ac:picMk id="220" creationId="{B23656F1-1D3E-EEC6-A915-58EDC06E9C32}"/>
          </ac:picMkLst>
        </pc:picChg>
        <pc:picChg chg="mod">
          <ac:chgData name="Rodrigo Gragera Flórez" userId="410f45afc5bf3d43" providerId="LiveId" clId="{E7DAD98C-C64D-43C3-93DE-A5CE1381A560}" dt="2026-03-14T18:07:02.851" v="4944" actId="1076"/>
          <ac:picMkLst>
            <pc:docMk/>
            <pc:sldMk cId="1903000600" sldId="258"/>
            <ac:picMk id="225" creationId="{210A61B8-8C84-D627-B2F9-01C981899A2E}"/>
          </ac:picMkLst>
        </pc:picChg>
        <pc:picChg chg="add mod">
          <ac:chgData name="Rodrigo Gragera Flórez" userId="410f45afc5bf3d43" providerId="LiveId" clId="{E7DAD98C-C64D-43C3-93DE-A5CE1381A560}" dt="2026-03-14T18:37:58.444" v="5311" actId="1076"/>
          <ac:picMkLst>
            <pc:docMk/>
            <pc:sldMk cId="1903000600" sldId="258"/>
            <ac:picMk id="248" creationId="{77A1859B-1CDC-16A9-5EDF-E27EF928BF05}"/>
          </ac:picMkLst>
        </pc:picChg>
        <pc:cxnChg chg="add mod">
          <ac:chgData name="Rodrigo Gragera Flórez" userId="410f45afc5bf3d43" providerId="LiveId" clId="{E7DAD98C-C64D-43C3-93DE-A5CE1381A560}" dt="2026-03-14T19:25:23.169" v="5398" actId="1076"/>
          <ac:cxnSpMkLst>
            <pc:docMk/>
            <pc:sldMk cId="1903000600" sldId="258"/>
            <ac:cxnSpMk id="10" creationId="{8382D8FE-EE30-DB0F-A0C0-0D951336A5B1}"/>
          </ac:cxnSpMkLst>
        </pc:cxnChg>
        <pc:cxnChg chg="mod">
          <ac:chgData name="Rodrigo Gragera Flórez" userId="410f45afc5bf3d43" providerId="LiveId" clId="{E7DAD98C-C64D-43C3-93DE-A5CE1381A560}" dt="2026-03-14T18:41:34.154" v="5363" actId="14100"/>
          <ac:cxnSpMkLst>
            <pc:docMk/>
            <pc:sldMk cId="1903000600" sldId="258"/>
            <ac:cxnSpMk id="38" creationId="{C9ED11B6-0940-79E6-36DB-4C25E4282D2F}"/>
          </ac:cxnSpMkLst>
        </pc:cxnChg>
        <pc:cxnChg chg="mod">
          <ac:chgData name="Rodrigo Gragera Flórez" userId="410f45afc5bf3d43" providerId="LiveId" clId="{E7DAD98C-C64D-43C3-93DE-A5CE1381A560}" dt="2026-03-14T18:06:41.888" v="4938" actId="14100"/>
          <ac:cxnSpMkLst>
            <pc:docMk/>
            <pc:sldMk cId="1903000600" sldId="258"/>
            <ac:cxnSpMk id="67" creationId="{884DC01C-9388-8119-B3A4-BC9BEF343DCC}"/>
          </ac:cxnSpMkLst>
        </pc:cxnChg>
        <pc:cxnChg chg="mod">
          <ac:chgData name="Rodrigo Gragera Flórez" userId="410f45afc5bf3d43" providerId="LiveId" clId="{E7DAD98C-C64D-43C3-93DE-A5CE1381A560}" dt="2026-03-14T19:31:40.616" v="5482" actId="14100"/>
          <ac:cxnSpMkLst>
            <pc:docMk/>
            <pc:sldMk cId="1903000600" sldId="258"/>
            <ac:cxnSpMk id="74" creationId="{46E0335C-DFF9-7151-4BA6-9B9A81834904}"/>
          </ac:cxnSpMkLst>
        </pc:cxnChg>
        <pc:cxnChg chg="mod">
          <ac:chgData name="Rodrigo Gragera Flórez" userId="410f45afc5bf3d43" providerId="LiveId" clId="{E7DAD98C-C64D-43C3-93DE-A5CE1381A560}" dt="2026-03-14T17:50:49.563" v="4854" actId="1076"/>
          <ac:cxnSpMkLst>
            <pc:docMk/>
            <pc:sldMk cId="1903000600" sldId="258"/>
            <ac:cxnSpMk id="85" creationId="{402642E9-65E2-1482-0523-87D0BD20D956}"/>
          </ac:cxnSpMkLst>
        </pc:cxnChg>
        <pc:cxnChg chg="add mod">
          <ac:chgData name="Rodrigo Gragera Flórez" userId="410f45afc5bf3d43" providerId="LiveId" clId="{E7DAD98C-C64D-43C3-93DE-A5CE1381A560}" dt="2026-03-14T19:52:40.992" v="5745" actId="1076"/>
          <ac:cxnSpMkLst>
            <pc:docMk/>
            <pc:sldMk cId="1903000600" sldId="258"/>
            <ac:cxnSpMk id="89" creationId="{191A8221-EE37-E52A-841F-E10DCB7F7055}"/>
          </ac:cxnSpMkLst>
        </pc:cxnChg>
        <pc:cxnChg chg="mod">
          <ac:chgData name="Rodrigo Gragera Flórez" userId="410f45afc5bf3d43" providerId="LiveId" clId="{E7DAD98C-C64D-43C3-93DE-A5CE1381A560}" dt="2026-03-14T19:35:53.813" v="5572" actId="1076"/>
          <ac:cxnSpMkLst>
            <pc:docMk/>
            <pc:sldMk cId="1903000600" sldId="258"/>
            <ac:cxnSpMk id="93" creationId="{CD2A5FCE-88B8-1B9A-F305-A88844615DC7}"/>
          </ac:cxnSpMkLst>
        </pc:cxnChg>
        <pc:cxnChg chg="add mod">
          <ac:chgData name="Rodrigo Gragera Flórez" userId="410f45afc5bf3d43" providerId="LiveId" clId="{E7DAD98C-C64D-43C3-93DE-A5CE1381A560}" dt="2026-03-14T19:36:16.221" v="5578" actId="1076"/>
          <ac:cxnSpMkLst>
            <pc:docMk/>
            <pc:sldMk cId="1903000600" sldId="258"/>
            <ac:cxnSpMk id="95" creationId="{CB3BFB36-89BA-75E2-0914-734DCB8D6E7D}"/>
          </ac:cxnSpMkLst>
        </pc:cxnChg>
        <pc:cxnChg chg="mod">
          <ac:chgData name="Rodrigo Gragera Flórez" userId="410f45afc5bf3d43" providerId="LiveId" clId="{E7DAD98C-C64D-43C3-93DE-A5CE1381A560}" dt="2026-03-14T19:35:56.156" v="5573" actId="1076"/>
          <ac:cxnSpMkLst>
            <pc:docMk/>
            <pc:sldMk cId="1903000600" sldId="258"/>
            <ac:cxnSpMk id="103" creationId="{B3E35703-E4F8-44C1-FE9F-B04CCE2A9761}"/>
          </ac:cxnSpMkLst>
        </pc:cxnChg>
        <pc:cxnChg chg="mod">
          <ac:chgData name="Rodrigo Gragera Flórez" userId="410f45afc5bf3d43" providerId="LiveId" clId="{E7DAD98C-C64D-43C3-93DE-A5CE1381A560}" dt="2026-03-27T10:32:25.800" v="6449" actId="1076"/>
          <ac:cxnSpMkLst>
            <pc:docMk/>
            <pc:sldMk cId="1903000600" sldId="258"/>
            <ac:cxnSpMk id="104" creationId="{6B341422-8BC2-D031-29CA-D4D8B54E9D7F}"/>
          </ac:cxnSpMkLst>
        </pc:cxnChg>
        <pc:cxnChg chg="mod">
          <ac:chgData name="Rodrigo Gragera Flórez" userId="410f45afc5bf3d43" providerId="LiveId" clId="{E7DAD98C-C64D-43C3-93DE-A5CE1381A560}" dt="2026-03-20T10:58:49.096" v="5943" actId="1076"/>
          <ac:cxnSpMkLst>
            <pc:docMk/>
            <pc:sldMk cId="1903000600" sldId="258"/>
            <ac:cxnSpMk id="124" creationId="{4357FC96-DF88-6B81-7C6B-4F5698D770DA}"/>
          </ac:cxnSpMkLst>
        </pc:cxnChg>
        <pc:cxnChg chg="mod">
          <ac:chgData name="Rodrigo Gragera Flórez" userId="410f45afc5bf3d43" providerId="LiveId" clId="{E7DAD98C-C64D-43C3-93DE-A5CE1381A560}" dt="2026-03-20T11:04:21.158" v="6074" actId="1076"/>
          <ac:cxnSpMkLst>
            <pc:docMk/>
            <pc:sldMk cId="1903000600" sldId="258"/>
            <ac:cxnSpMk id="126" creationId="{267A5CF2-CA1B-E9C9-4720-1D16252613D8}"/>
          </ac:cxnSpMkLst>
        </pc:cxnChg>
        <pc:cxnChg chg="del mod">
          <ac:chgData name="Rodrigo Gragera Flórez" userId="410f45afc5bf3d43" providerId="LiveId" clId="{E7DAD98C-C64D-43C3-93DE-A5CE1381A560}" dt="2026-03-27T10:32:14.939" v="6447" actId="478"/>
          <ac:cxnSpMkLst>
            <pc:docMk/>
            <pc:sldMk cId="1903000600" sldId="258"/>
            <ac:cxnSpMk id="132" creationId="{399E7466-D715-F673-FCF0-399B19A9137B}"/>
          </ac:cxnSpMkLst>
        </pc:cxnChg>
        <pc:cxnChg chg="mod">
          <ac:chgData name="Rodrigo Gragera Flórez" userId="410f45afc5bf3d43" providerId="LiveId" clId="{E7DAD98C-C64D-43C3-93DE-A5CE1381A560}" dt="2026-03-14T17:45:34.720" v="4790" actId="14100"/>
          <ac:cxnSpMkLst>
            <pc:docMk/>
            <pc:sldMk cId="1903000600" sldId="258"/>
            <ac:cxnSpMk id="167" creationId="{29683932-ED08-7067-3823-A8F4C997DA3F}"/>
          </ac:cxnSpMkLst>
        </pc:cxnChg>
        <pc:cxnChg chg="add mod">
          <ac:chgData name="Rodrigo Gragera Flórez" userId="410f45afc5bf3d43" providerId="LiveId" clId="{E7DAD98C-C64D-43C3-93DE-A5CE1381A560}" dt="2026-03-14T18:29:11.586" v="5252" actId="1076"/>
          <ac:cxnSpMkLst>
            <pc:docMk/>
            <pc:sldMk cId="1903000600" sldId="258"/>
            <ac:cxnSpMk id="169" creationId="{7184C2CA-15DC-8531-7688-D79AD95190AF}"/>
          </ac:cxnSpMkLst>
        </pc:cxnChg>
        <pc:cxnChg chg="add mod">
          <ac:chgData name="Rodrigo Gragera Flórez" userId="410f45afc5bf3d43" providerId="LiveId" clId="{E7DAD98C-C64D-43C3-93DE-A5CE1381A560}" dt="2026-03-14T19:53:59.272" v="5762" actId="14100"/>
          <ac:cxnSpMkLst>
            <pc:docMk/>
            <pc:sldMk cId="1903000600" sldId="258"/>
            <ac:cxnSpMk id="206" creationId="{EEB8BC86-E944-5A05-A39B-75A15BDCFB3C}"/>
          </ac:cxnSpMkLst>
        </pc:cxnChg>
        <pc:cxnChg chg="add mod">
          <ac:chgData name="Rodrigo Gragera Flórez" userId="410f45afc5bf3d43" providerId="LiveId" clId="{E7DAD98C-C64D-43C3-93DE-A5CE1381A560}" dt="2026-03-14T19:27:30.926" v="5419" actId="1076"/>
          <ac:cxnSpMkLst>
            <pc:docMk/>
            <pc:sldMk cId="1903000600" sldId="258"/>
            <ac:cxnSpMk id="207" creationId="{44D13901-373D-62C3-C158-C6C62B59F174}"/>
          </ac:cxnSpMkLst>
        </pc:cxnChg>
        <pc:cxnChg chg="mod">
          <ac:chgData name="Rodrigo Gragera Flórez" userId="410f45afc5bf3d43" providerId="LiveId" clId="{E7DAD98C-C64D-43C3-93DE-A5CE1381A560}" dt="2026-03-14T17:47:30.133" v="4810" actId="1076"/>
          <ac:cxnSpMkLst>
            <pc:docMk/>
            <pc:sldMk cId="1903000600" sldId="258"/>
            <ac:cxnSpMk id="212" creationId="{1D17F165-4762-A9C0-2443-D207DA6F1A18}"/>
          </ac:cxnSpMkLst>
        </pc:cxnChg>
        <pc:cxnChg chg="mod">
          <ac:chgData name="Rodrigo Gragera Flórez" userId="410f45afc5bf3d43" providerId="LiveId" clId="{E7DAD98C-C64D-43C3-93DE-A5CE1381A560}" dt="2026-03-14T19:38:44.261" v="5606" actId="14100"/>
          <ac:cxnSpMkLst>
            <pc:docMk/>
            <pc:sldMk cId="1903000600" sldId="258"/>
            <ac:cxnSpMk id="217" creationId="{788C4855-0966-3E61-420A-1A2BB5DC5F5B}"/>
          </ac:cxnSpMkLst>
        </pc:cxnChg>
        <pc:cxnChg chg="mod">
          <ac:chgData name="Rodrigo Gragera Flórez" userId="410f45afc5bf3d43" providerId="LiveId" clId="{E7DAD98C-C64D-43C3-93DE-A5CE1381A560}" dt="2026-03-14T17:49:58.692" v="4845" actId="14100"/>
          <ac:cxnSpMkLst>
            <pc:docMk/>
            <pc:sldMk cId="1903000600" sldId="258"/>
            <ac:cxnSpMk id="232" creationId="{AFB29F19-8A6F-EC1F-4C66-7F14CA9E352A}"/>
          </ac:cxnSpMkLst>
        </pc:cxnChg>
        <pc:cxnChg chg="add mod">
          <ac:chgData name="Rodrigo Gragera Flórez" userId="410f45afc5bf3d43" providerId="LiveId" clId="{E7DAD98C-C64D-43C3-93DE-A5CE1381A560}" dt="2026-03-14T18:37:08.874" v="5297" actId="14100"/>
          <ac:cxnSpMkLst>
            <pc:docMk/>
            <pc:sldMk cId="1903000600" sldId="258"/>
            <ac:cxnSpMk id="236" creationId="{AF18BA0D-3921-AF0F-EC34-CD18256F836F}"/>
          </ac:cxnSpMkLst>
        </pc:cxnChg>
        <pc:cxnChg chg="add mod">
          <ac:chgData name="Rodrigo Gragera Flórez" userId="410f45afc5bf3d43" providerId="LiveId" clId="{E7DAD98C-C64D-43C3-93DE-A5CE1381A560}" dt="2026-03-14T19:40:40.948" v="5615" actId="14100"/>
          <ac:cxnSpMkLst>
            <pc:docMk/>
            <pc:sldMk cId="1903000600" sldId="258"/>
            <ac:cxnSpMk id="258" creationId="{D8D6B695-6032-6EFC-8547-ADA6E0D88A45}"/>
          </ac:cxnSpMkLst>
        </pc:cxnChg>
        <pc:cxnChg chg="add mod">
          <ac:chgData name="Rodrigo Gragera Flórez" userId="410f45afc5bf3d43" providerId="LiveId" clId="{E7DAD98C-C64D-43C3-93DE-A5CE1381A560}" dt="2026-03-14T19:54:57.798" v="5771" actId="14100"/>
          <ac:cxnSpMkLst>
            <pc:docMk/>
            <pc:sldMk cId="1903000600" sldId="258"/>
            <ac:cxnSpMk id="262" creationId="{D6414791-1372-D289-4831-F6278E2C27E1}"/>
          </ac:cxnSpMkLst>
        </pc:cxnChg>
        <pc:cxnChg chg="add mod">
          <ac:chgData name="Rodrigo Gragera Flórez" userId="410f45afc5bf3d43" providerId="LiveId" clId="{E7DAD98C-C64D-43C3-93DE-A5CE1381A560}" dt="2026-03-14T19:57:57.844" v="5773" actId="1076"/>
          <ac:cxnSpMkLst>
            <pc:docMk/>
            <pc:sldMk cId="1903000600" sldId="258"/>
            <ac:cxnSpMk id="293" creationId="{1D88C61F-0E98-85FF-78C0-B4901C3BFE71}"/>
          </ac:cxnSpMkLst>
        </pc:cxnChg>
      </pc:sldChg>
    </pc:docChg>
  </pc:docChgLst>
  <pc:docChgLst>
    <pc:chgData clId="Web-{E133C081-535B-6C13-A2C7-504889435C88}"/>
    <pc:docChg chg="delSld">
      <pc:chgData name="" userId="" providerId="" clId="Web-{E133C081-535B-6C13-A2C7-504889435C88}" dt="2026-03-26T19:18:39.602" v="0"/>
      <pc:docMkLst>
        <pc:docMk/>
      </pc:docMkLst>
      <pc:sldChg chg="del">
        <pc:chgData name="" userId="" providerId="" clId="Web-{E133C081-535B-6C13-A2C7-504889435C88}" dt="2026-03-26T19:18:39.602" v="0"/>
        <pc:sldMkLst>
          <pc:docMk/>
          <pc:sldMk cId="223701309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91A18-76AF-13F7-0332-9F0EDD3F2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2EA38D-EB19-D800-B0EC-51650A461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5ADE94-7CC5-17A7-9B3F-15C53FA3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6DA68-22C8-6047-9197-A2A96FCD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E73D6-2972-A0E7-B369-5AE44119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04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948C2-4935-F6B6-1EAF-A05DAABB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F93135-ECCB-ADDE-A3AB-76FB320A8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640A00-2BE9-CB7A-A319-E45A0EF3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CEB38-401D-7242-5A75-40205357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035744-FE36-67F1-EB62-518D7F18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69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B926F-4A92-4B60-E1FA-3DA247A4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E4E3E3-89C1-F227-CB24-F43F686F0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635B4-F2E7-CBC4-6B0B-76F2A425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BB6E53-29C7-A3F2-213A-B66C52D7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A5F272-C7CA-06AD-7C39-30F3E5FF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18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9D855-2B91-2108-CA7A-91FA1808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BAA62-8BE1-3376-9C60-039178CF4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EE0B09-4B0F-1AC3-6CB4-16FB5CAF3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380BB-C735-FB6A-42B1-8DFEF698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A84AE-57FA-E88D-5ABE-3531F99D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D55A79-83B8-8BF9-53B2-46097E06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34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694B3-7E41-B000-07A9-9057783B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2B5A5-F71D-C284-1263-DC93DB629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9F3863-0061-FC7D-4A34-6941EE72D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9318E5-66A1-5809-FDF1-C1A551632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88DDCE-4A0E-FD09-5CBD-1A541373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C68A799-87CD-433E-11CD-91AB249B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A5AD69-0A45-F715-B3B6-F22D51AE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471509-39D4-1156-D7C3-FC191952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29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2CA30-58B3-319F-BB2B-CDFEABA0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28471B-8F39-5839-6D67-D5D6E84D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7987DC-D208-0EE0-A803-E02B45FA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B9DEB9-5A00-25CB-EFFB-95C391F7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95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82C7F1-FA63-C12B-135F-1177E2B8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02B313-3B42-D1D2-C96E-A83D0ADA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48150-568F-37D5-26D2-F269BE7B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445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3292C-7F1F-A3F8-BF9B-DDAC6865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E5884-2987-3552-2A46-BB320C24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DC28FC-ABA5-F90F-D3B1-569A6886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F15FB1-DF3F-747D-7B6C-8E33E3B9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579925-A446-4A46-2D69-54FE1087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0F4D8E-67B3-054F-39C7-06776771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28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F6EEB-D587-2AC7-2308-95238FE9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F8F709-3619-2F1A-5987-BC71D6A07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5A5070-B0C5-7404-9B5E-63A56F9CB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885924-A95D-7284-213B-D42A846B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82408B-C29B-6A5B-BF4B-63D28871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6D4899-FEB3-CF4D-7A79-CEF0C090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869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0F77B-6C5F-A72B-8BAE-E162CBB8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E4CCCB-53FD-6864-6984-327BE7119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31B6A4-3A82-29D6-AC5C-FA214B83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F78D72-288C-AEE0-00E0-528DE842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428FDE-665A-DF38-CD81-729DB0D3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76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985281-86C9-AE7C-4664-F86362CF6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4A7461-1798-7869-11EB-863B3C6A6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04A54-409F-DBC1-2629-6919CBEF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1C7ABE-33FB-1666-6D57-C6696ADE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AE287-9C32-77FB-6954-57976CE6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222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B74778-01AD-8CDF-47BB-6D6D62C3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870C32-154B-F5A1-6B23-D052A1648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3F4DD-9880-7DF2-A9B6-4CB0CE01B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70DBA-23F2-40C7-96F5-84D5D0A2399D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5A515-FA13-782A-43C8-EA1CABDAA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50EA8C-874E-4F50-BDFF-690A5295A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9D641-EA21-4016-9AD1-BAC8FBD08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365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E6EA-C411-7ACD-0907-0B7DA5B4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D446C91-8294-1FAC-B5DF-24CAB0257B1D}"/>
              </a:ext>
            </a:extLst>
          </p:cNvPr>
          <p:cNvSpPr/>
          <p:nvPr/>
        </p:nvSpPr>
        <p:spPr>
          <a:xfrm>
            <a:off x="322239" y="1493773"/>
            <a:ext cx="11547522" cy="157025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80965BF-08BB-0887-9E97-28CB3A6C3EFE}"/>
              </a:ext>
            </a:extLst>
          </p:cNvPr>
          <p:cNvSpPr/>
          <p:nvPr/>
        </p:nvSpPr>
        <p:spPr>
          <a:xfrm>
            <a:off x="323312" y="3135350"/>
            <a:ext cx="11547523" cy="153443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84B62E0-234B-F732-0206-51504B913086}"/>
              </a:ext>
            </a:extLst>
          </p:cNvPr>
          <p:cNvSpPr/>
          <p:nvPr/>
        </p:nvSpPr>
        <p:spPr>
          <a:xfrm>
            <a:off x="6388190" y="1576460"/>
            <a:ext cx="1557909" cy="5884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 dirty="0">
              <a:solidFill>
                <a:schemeClr val="tx1"/>
              </a:solidFill>
            </a:endParaRP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64FCEB65-DC57-5FA6-1770-7E49578B9AEA}"/>
              </a:ext>
            </a:extLst>
          </p:cNvPr>
          <p:cNvSpPr/>
          <p:nvPr/>
        </p:nvSpPr>
        <p:spPr>
          <a:xfrm>
            <a:off x="347639" y="4720798"/>
            <a:ext cx="11547522" cy="12552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91F23E77-69B8-1592-FDCF-B3D8AE96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626" y="527980"/>
            <a:ext cx="653121" cy="429278"/>
          </a:xfrm>
          <a:prstGeom prst="can">
            <a:avLst>
              <a:gd name="adj" fmla="val 25000"/>
            </a:avLst>
          </a:prstGeom>
          <a:solidFill>
            <a:srgbClr val="393939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Población por municipio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ilindro 1">
            <a:extLst>
              <a:ext uri="{FF2B5EF4-FFF2-40B4-BE49-F238E27FC236}">
                <a16:creationId xmlns:a16="http://schemas.microsoft.com/office/drawing/2014/main" id="{E9405235-6E7B-66E2-2105-E3728838A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192" y="609600"/>
            <a:ext cx="766255" cy="615500"/>
          </a:xfrm>
          <a:prstGeom prst="can">
            <a:avLst>
              <a:gd name="adj" fmla="val 25000"/>
            </a:avLst>
          </a:prstGeom>
          <a:solidFill>
            <a:srgbClr val="7F7F7F"/>
          </a:solidFill>
          <a:ln w="12700">
            <a:solidFill>
              <a:srgbClr val="7F7F7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Matriculaciones mensuales de vehículos en España- DGT</a:t>
            </a:r>
          </a:p>
        </p:txBody>
      </p:sp>
      <p:sp>
        <p:nvSpPr>
          <p:cNvPr id="7" name="AutoShape 40">
            <a:extLst>
              <a:ext uri="{FF2B5EF4-FFF2-40B4-BE49-F238E27FC236}">
                <a16:creationId xmlns:a16="http://schemas.microsoft.com/office/drawing/2014/main" id="{4C548BF5-0F9F-BABB-B4E3-666FE6D9A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66" y="523510"/>
            <a:ext cx="789575" cy="572882"/>
          </a:xfrm>
          <a:prstGeom prst="can">
            <a:avLst>
              <a:gd name="adj" fmla="val 25000"/>
            </a:avLst>
          </a:prstGeom>
          <a:solidFill>
            <a:srgbClr val="393939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Información anual matriculaciones-DGT</a:t>
            </a:r>
          </a:p>
        </p:txBody>
      </p:sp>
      <p:sp>
        <p:nvSpPr>
          <p:cNvPr id="9" name="AutoShape 39">
            <a:extLst>
              <a:ext uri="{FF2B5EF4-FFF2-40B4-BE49-F238E27FC236}">
                <a16:creationId xmlns:a16="http://schemas.microsoft.com/office/drawing/2014/main" id="{F8F24C33-51E1-731E-3292-177A596C2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3744" y="526188"/>
            <a:ext cx="601932" cy="428300"/>
          </a:xfrm>
          <a:prstGeom prst="can">
            <a:avLst>
              <a:gd name="adj" fmla="val 25000"/>
            </a:avLst>
          </a:prstGeom>
          <a:solidFill>
            <a:srgbClr val="393939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PIB por provincia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48">
            <a:extLst>
              <a:ext uri="{FF2B5EF4-FFF2-40B4-BE49-F238E27FC236}">
                <a16:creationId xmlns:a16="http://schemas.microsoft.com/office/drawing/2014/main" id="{34452A78-047E-5B89-C1FC-2DF8F36DB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36" name="Rectangle 51">
            <a:extLst>
              <a:ext uri="{FF2B5EF4-FFF2-40B4-BE49-F238E27FC236}">
                <a16:creationId xmlns:a16="http://schemas.microsoft.com/office/drawing/2014/main" id="{FA13EF1F-D8E6-ED2C-573C-E296166D1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45" name="Cerrar llave 44">
            <a:extLst>
              <a:ext uri="{FF2B5EF4-FFF2-40B4-BE49-F238E27FC236}">
                <a16:creationId xmlns:a16="http://schemas.microsoft.com/office/drawing/2014/main" id="{A7CC566E-1602-70D8-47A9-975643BFEE13}"/>
              </a:ext>
            </a:extLst>
          </p:cNvPr>
          <p:cNvSpPr/>
          <p:nvPr/>
        </p:nvSpPr>
        <p:spPr>
          <a:xfrm rot="16200000">
            <a:off x="2998280" y="-2183967"/>
            <a:ext cx="215169" cy="534545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46" name="Cuadro de texto 2">
            <a:extLst>
              <a:ext uri="{FF2B5EF4-FFF2-40B4-BE49-F238E27FC236}">
                <a16:creationId xmlns:a16="http://schemas.microsoft.com/office/drawing/2014/main" id="{4416446A-DF00-E422-E8E0-721797F52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3182" y="135818"/>
            <a:ext cx="2006600" cy="31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Demanda de vehículos- DGT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errar llave 46">
            <a:extLst>
              <a:ext uri="{FF2B5EF4-FFF2-40B4-BE49-F238E27FC236}">
                <a16:creationId xmlns:a16="http://schemas.microsoft.com/office/drawing/2014/main" id="{B9644C03-7640-C07E-C592-E5A16BEEF650}"/>
              </a:ext>
            </a:extLst>
          </p:cNvPr>
          <p:cNvSpPr/>
          <p:nvPr/>
        </p:nvSpPr>
        <p:spPr>
          <a:xfrm rot="16200000">
            <a:off x="9520058" y="-800675"/>
            <a:ext cx="142775" cy="257651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/>
          </a:p>
        </p:txBody>
      </p:sp>
      <p:sp>
        <p:nvSpPr>
          <p:cNvPr id="48" name="Cuadro de texto 2">
            <a:extLst>
              <a:ext uri="{FF2B5EF4-FFF2-40B4-BE49-F238E27FC236}">
                <a16:creationId xmlns:a16="http://schemas.microsoft.com/office/drawing/2014/main" id="{FB13AA16-433A-068F-4F57-5FD821EC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8813" y="211408"/>
            <a:ext cx="2006600" cy="31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Indicadores socioeconómicos-INE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4C0BFE5-5066-CF56-C25D-4D9E28276AC6}"/>
              </a:ext>
            </a:extLst>
          </p:cNvPr>
          <p:cNvSpPr/>
          <p:nvPr/>
        </p:nvSpPr>
        <p:spPr>
          <a:xfrm>
            <a:off x="6023400" y="25154"/>
            <a:ext cx="1561445" cy="21607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Exploración y limpieza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46AAF86-7805-F64A-97D5-57B087E51E5A}"/>
              </a:ext>
            </a:extLst>
          </p:cNvPr>
          <p:cNvSpPr/>
          <p:nvPr/>
        </p:nvSpPr>
        <p:spPr>
          <a:xfrm>
            <a:off x="7613136" y="24980"/>
            <a:ext cx="1188153" cy="22554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Transformación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15A3406-32B2-0152-1BD7-7C7C8952D571}"/>
              </a:ext>
            </a:extLst>
          </p:cNvPr>
          <p:cNvCxnSpPr>
            <a:cxnSpLocks/>
            <a:stCxn id="7" idx="3"/>
            <a:endCxn id="19" idx="0"/>
          </p:cNvCxnSpPr>
          <p:nvPr/>
        </p:nvCxnSpPr>
        <p:spPr>
          <a:xfrm flipH="1">
            <a:off x="1186115" y="1096392"/>
            <a:ext cx="3839" cy="50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368735D-058F-24DB-BB60-35A15FCA511B}"/>
              </a:ext>
            </a:extLst>
          </p:cNvPr>
          <p:cNvSpPr/>
          <p:nvPr/>
        </p:nvSpPr>
        <p:spPr>
          <a:xfrm>
            <a:off x="610381" y="1958837"/>
            <a:ext cx="1151467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1.2.E: Eliminación de filas y columnas</a:t>
            </a:r>
          </a:p>
        </p:txBody>
      </p:sp>
      <p:pic>
        <p:nvPicPr>
          <p:cNvPr id="15" name="Imagen 14" descr="Excel Logo, symbol, meaning, history, PNG, brand">
            <a:extLst>
              <a:ext uri="{FF2B5EF4-FFF2-40B4-BE49-F238E27FC236}">
                <a16:creationId xmlns:a16="http://schemas.microsoft.com/office/drawing/2014/main" id="{50B6681A-D3BC-748F-7AE2-431C2A8E6D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7948"/>
          <a:stretch>
            <a:fillRect/>
          </a:stretch>
        </p:blipFill>
        <p:spPr bwMode="auto">
          <a:xfrm>
            <a:off x="1424265" y="949039"/>
            <a:ext cx="210796" cy="2068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Imagen 15" descr="Señal de dirección&#10;&#10;El contenido generado por IA puede ser incorrecto.">
            <a:extLst>
              <a:ext uri="{FF2B5EF4-FFF2-40B4-BE49-F238E27FC236}">
                <a16:creationId xmlns:a16="http://schemas.microsoft.com/office/drawing/2014/main" id="{3CEA3D82-3E2B-92D3-ABEC-2C06BAACA0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768" y="1098121"/>
            <a:ext cx="189732" cy="185078"/>
          </a:xfrm>
          <a:prstGeom prst="rect">
            <a:avLst/>
          </a:prstGeom>
        </p:spPr>
      </p:pic>
      <p:pic>
        <p:nvPicPr>
          <p:cNvPr id="17" name="Imagen 16" descr="Carpeta zip - Iconos gratis de archivos y carpetas">
            <a:extLst>
              <a:ext uri="{FF2B5EF4-FFF2-40B4-BE49-F238E27FC236}">
                <a16:creationId xmlns:a16="http://schemas.microsoft.com/office/drawing/2014/main" id="{18243E18-011E-5992-73EB-015098320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410" y="1146633"/>
            <a:ext cx="199232" cy="199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5C44533-9CF3-7AC8-CC9B-BD8C8F613DE7}"/>
              </a:ext>
            </a:extLst>
          </p:cNvPr>
          <p:cNvSpPr/>
          <p:nvPr/>
        </p:nvSpPr>
        <p:spPr>
          <a:xfrm>
            <a:off x="610381" y="1606169"/>
            <a:ext cx="1151467" cy="2427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1.1.E: Exploración de datos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52B5516-1B84-085F-CF33-710B0CF2FB2A}"/>
              </a:ext>
            </a:extLst>
          </p:cNvPr>
          <p:cNvSpPr/>
          <p:nvPr/>
        </p:nvSpPr>
        <p:spPr>
          <a:xfrm>
            <a:off x="610381" y="2304746"/>
            <a:ext cx="1151467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1.3.E: Establecimiento de encabezados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AE0AA22-7B7F-6E89-A0BC-9EE015579CCE}"/>
              </a:ext>
            </a:extLst>
          </p:cNvPr>
          <p:cNvCxnSpPr>
            <a:cxnSpLocks/>
          </p:cNvCxnSpPr>
          <p:nvPr/>
        </p:nvCxnSpPr>
        <p:spPr>
          <a:xfrm>
            <a:off x="1175317" y="2880367"/>
            <a:ext cx="0" cy="33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A6B8A46-D7CC-1AFA-545A-5EA10F0292EE}"/>
              </a:ext>
            </a:extLst>
          </p:cNvPr>
          <p:cNvSpPr/>
          <p:nvPr/>
        </p:nvSpPr>
        <p:spPr>
          <a:xfrm>
            <a:off x="610381" y="3212988"/>
            <a:ext cx="1151467" cy="325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1.1.T:Selección de variable objetivo (turismos)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2A2FE125-2FD3-49A0-41E9-D1955BEFE8D5}"/>
              </a:ext>
            </a:extLst>
          </p:cNvPr>
          <p:cNvSpPr/>
          <p:nvPr/>
        </p:nvSpPr>
        <p:spPr>
          <a:xfrm>
            <a:off x="610381" y="2639780"/>
            <a:ext cx="1151467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1.4.E: Eliminación de NA’s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03AA42B-265B-335C-E5AB-7630BCD5C193}"/>
              </a:ext>
            </a:extLst>
          </p:cNvPr>
          <p:cNvCxnSpPr>
            <a:cxnSpLocks/>
          </p:cNvCxnSpPr>
          <p:nvPr/>
        </p:nvCxnSpPr>
        <p:spPr>
          <a:xfrm>
            <a:off x="1761848" y="2731542"/>
            <a:ext cx="162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B00152BF-176B-8894-C817-0AFDCD6D14B9}"/>
              </a:ext>
            </a:extLst>
          </p:cNvPr>
          <p:cNvSpPr/>
          <p:nvPr/>
        </p:nvSpPr>
        <p:spPr>
          <a:xfrm>
            <a:off x="1955194" y="2639780"/>
            <a:ext cx="732286" cy="24279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solidFill>
                  <a:schemeClr val="tx1"/>
                </a:solidFill>
              </a:rPr>
              <a:t>Comprobación is.ts/is.na y tipado numérico.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DAC1F2D3-AB05-2A9D-BE68-DA3FA966FB8C}"/>
              </a:ext>
            </a:extLst>
          </p:cNvPr>
          <p:cNvSpPr/>
          <p:nvPr/>
        </p:nvSpPr>
        <p:spPr>
          <a:xfrm>
            <a:off x="594781" y="3750536"/>
            <a:ext cx="1151467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1.2.T: Conversión a serie temporal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9E98D66-2499-AD41-FA98-D1A8E57BCD4A}"/>
              </a:ext>
            </a:extLst>
          </p:cNvPr>
          <p:cNvSpPr/>
          <p:nvPr/>
        </p:nvSpPr>
        <p:spPr>
          <a:xfrm>
            <a:off x="594782" y="4158307"/>
            <a:ext cx="1151467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1.3.T: Preparación para el análisis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5FD2049-FB41-3CB1-CAF2-E689F8A86206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1746249" y="4279702"/>
            <a:ext cx="1951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2BB27D77-1045-65BE-43C4-26D58D109C3D}"/>
              </a:ext>
            </a:extLst>
          </p:cNvPr>
          <p:cNvSpPr/>
          <p:nvPr/>
        </p:nvSpPr>
        <p:spPr>
          <a:xfrm>
            <a:off x="1955195" y="3862819"/>
            <a:ext cx="710544" cy="6547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500" b="1" dirty="0">
                <a:solidFill>
                  <a:schemeClr val="tx1"/>
                </a:solidFill>
              </a:rPr>
              <a:t>Diferenciación de la serie</a:t>
            </a:r>
          </a:p>
          <a:p>
            <a:r>
              <a:rPr lang="es-ES" sz="500" b="1" dirty="0">
                <a:solidFill>
                  <a:schemeClr val="tx1"/>
                </a:solidFill>
              </a:rPr>
              <a:t>Interpolación de NA’s (</a:t>
            </a:r>
            <a:r>
              <a:rPr lang="es-ES" sz="500" b="1" dirty="0" err="1">
                <a:solidFill>
                  <a:schemeClr val="tx1"/>
                </a:solidFill>
              </a:rPr>
              <a:t>na.interp</a:t>
            </a:r>
            <a:r>
              <a:rPr lang="es-ES" sz="500" b="1" dirty="0">
                <a:solidFill>
                  <a:schemeClr val="tx1"/>
                </a:solidFill>
              </a:rPr>
              <a:t>)</a:t>
            </a:r>
          </a:p>
          <a:p>
            <a:r>
              <a:rPr lang="es-ES" sz="500" b="1" dirty="0">
                <a:solidFill>
                  <a:schemeClr val="tx1"/>
                </a:solidFill>
              </a:rPr>
              <a:t>Asegurar tipo numérico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9DBE6726-09D2-36C9-4A4A-047DF64EE4AC}"/>
              </a:ext>
            </a:extLst>
          </p:cNvPr>
          <p:cNvSpPr/>
          <p:nvPr/>
        </p:nvSpPr>
        <p:spPr>
          <a:xfrm>
            <a:off x="8838363" y="21005"/>
            <a:ext cx="753082" cy="2210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EDA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2EB1B9D-522C-277A-D73D-B13D618AF289}"/>
              </a:ext>
            </a:extLst>
          </p:cNvPr>
          <p:cNvCxnSpPr>
            <a:cxnSpLocks/>
            <a:stCxn id="51" idx="2"/>
            <a:endCxn id="34" idx="0"/>
          </p:cNvCxnSpPr>
          <p:nvPr/>
        </p:nvCxnSpPr>
        <p:spPr>
          <a:xfrm>
            <a:off x="1170516" y="4401097"/>
            <a:ext cx="6932" cy="35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E8BC1636-EDC5-A788-A900-87502EDEF17B}"/>
              </a:ext>
            </a:extLst>
          </p:cNvPr>
          <p:cNvSpPr/>
          <p:nvPr/>
        </p:nvSpPr>
        <p:spPr>
          <a:xfrm>
            <a:off x="594781" y="5191547"/>
            <a:ext cx="1148432" cy="3545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1.2.A: Visualización de la serie sin diferenciar y diferenciada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E5A8B8F9-C03D-DA3B-9232-4E5654374502}"/>
              </a:ext>
            </a:extLst>
          </p:cNvPr>
          <p:cNvSpPr/>
          <p:nvPr/>
        </p:nvSpPr>
        <p:spPr>
          <a:xfrm>
            <a:off x="594780" y="5578270"/>
            <a:ext cx="1167068" cy="3687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1.3.A: Análisis de componentes de la serie (Tendencia + Estacionalidad…)</a:t>
            </a:r>
          </a:p>
        </p:txBody>
      </p:sp>
      <p:pic>
        <p:nvPicPr>
          <p:cNvPr id="63" name="Imagen 62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013A6B10-70DB-763C-1F61-DE9E4783D8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848" y="3287949"/>
            <a:ext cx="226185" cy="224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884DC01C-9388-8119-B3A4-BC9BEF343DCC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5404098" y="1225100"/>
            <a:ext cx="20222" cy="2225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2AA4CF77-FF35-06D9-40A7-750ED2EFA24F}"/>
              </a:ext>
            </a:extLst>
          </p:cNvPr>
          <p:cNvSpPr/>
          <p:nvPr/>
        </p:nvSpPr>
        <p:spPr>
          <a:xfrm>
            <a:off x="4997212" y="3450289"/>
            <a:ext cx="1151470" cy="2590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3.1.T:Delimitar texto por ancho.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C04F3924-5C78-0596-DAB2-A6599897DA5E}"/>
              </a:ext>
            </a:extLst>
          </p:cNvPr>
          <p:cNvSpPr/>
          <p:nvPr/>
        </p:nvSpPr>
        <p:spPr>
          <a:xfrm>
            <a:off x="4997212" y="3737979"/>
            <a:ext cx="1151468" cy="4660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3.2.T: Eliminación de columnas irrelevantes, renombrar columnas y borrar “0001”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939DFCFC-EEF6-5F7A-9F78-1EE240DEFBED}"/>
              </a:ext>
            </a:extLst>
          </p:cNvPr>
          <p:cNvSpPr/>
          <p:nvPr/>
        </p:nvSpPr>
        <p:spPr>
          <a:xfrm>
            <a:off x="4997212" y="4233117"/>
            <a:ext cx="1151469" cy="3516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3.3.T:Creación de columna </a:t>
            </a:r>
            <a:r>
              <a:rPr lang="es-ES" sz="600" b="1" dirty="0">
                <a:solidFill>
                  <a:schemeClr val="tx1"/>
                </a:solidFill>
              </a:rPr>
              <a:t>“MES de registro de matriculación” </a:t>
            </a: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46E0335C-DFF9-7151-4BA6-9B9A81834904}"/>
              </a:ext>
            </a:extLst>
          </p:cNvPr>
          <p:cNvCxnSpPr>
            <a:cxnSpLocks/>
            <a:stCxn id="72" idx="3"/>
            <a:endCxn id="75" idx="2"/>
          </p:cNvCxnSpPr>
          <p:nvPr/>
        </p:nvCxnSpPr>
        <p:spPr>
          <a:xfrm flipV="1">
            <a:off x="6148681" y="3029103"/>
            <a:ext cx="99899" cy="13798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C36FC346-C4FE-DC8D-D295-334AFBF9FAFC}"/>
              </a:ext>
            </a:extLst>
          </p:cNvPr>
          <p:cNvSpPr/>
          <p:nvPr/>
        </p:nvSpPr>
        <p:spPr>
          <a:xfrm>
            <a:off x="5676896" y="2786313"/>
            <a:ext cx="1143368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3.1.E:Fijar encabezados</a:t>
            </a:r>
          </a:p>
        </p:txBody>
      </p:sp>
      <p:pic>
        <p:nvPicPr>
          <p:cNvPr id="76" name="Imagen 75" descr="Power Query Fundamentals Course - Exceed">
            <a:extLst>
              <a:ext uri="{FF2B5EF4-FFF2-40B4-BE49-F238E27FC236}">
                <a16:creationId xmlns:a16="http://schemas.microsoft.com/office/drawing/2014/main" id="{7D7FD137-60D5-4472-821E-BC21A8C13F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771" y="3280344"/>
            <a:ext cx="420909" cy="15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Imagen 78" descr="Excel Logo, symbol, meaning, history, PNG, brand">
            <a:extLst>
              <a:ext uri="{FF2B5EF4-FFF2-40B4-BE49-F238E27FC236}">
                <a16:creationId xmlns:a16="http://schemas.microsoft.com/office/drawing/2014/main" id="{5198E9DD-FF39-A0A7-07A1-9FA449A913D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/>
          <a:stretch>
            <a:fillRect/>
          </a:stretch>
        </p:blipFill>
        <p:spPr bwMode="auto">
          <a:xfrm>
            <a:off x="5471721" y="3254201"/>
            <a:ext cx="219716" cy="1672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01CC4670-24C3-E9CE-E460-396D624C2D88}"/>
              </a:ext>
            </a:extLst>
          </p:cNvPr>
          <p:cNvSpPr/>
          <p:nvPr/>
        </p:nvSpPr>
        <p:spPr>
          <a:xfrm>
            <a:off x="5676896" y="2531315"/>
            <a:ext cx="1151467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3.2.E:Depuración del formato del texto</a:t>
            </a:r>
          </a:p>
        </p:txBody>
      </p:sp>
      <p:pic>
        <p:nvPicPr>
          <p:cNvPr id="80" name="Imagen 79" descr="Excel Logo, symbol, meaning, history, PNG, brand">
            <a:extLst>
              <a:ext uri="{FF2B5EF4-FFF2-40B4-BE49-F238E27FC236}">
                <a16:creationId xmlns:a16="http://schemas.microsoft.com/office/drawing/2014/main" id="{563378A6-F052-6EE7-0952-EF6A636F987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/>
          <a:stretch>
            <a:fillRect/>
          </a:stretch>
        </p:blipFill>
        <p:spPr bwMode="auto">
          <a:xfrm>
            <a:off x="6825092" y="2845432"/>
            <a:ext cx="228560" cy="1739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402642E9-65E2-1482-0523-87D0BD20D956}"/>
              </a:ext>
            </a:extLst>
          </p:cNvPr>
          <p:cNvCxnSpPr>
            <a:cxnSpLocks/>
            <a:stCxn id="81" idx="0"/>
            <a:endCxn id="66" idx="0"/>
          </p:cNvCxnSpPr>
          <p:nvPr/>
        </p:nvCxnSpPr>
        <p:spPr>
          <a:xfrm rot="16200000" flipH="1">
            <a:off x="6419807" y="2364137"/>
            <a:ext cx="648321" cy="982676"/>
          </a:xfrm>
          <a:prstGeom prst="bentConnector3">
            <a:avLst>
              <a:gd name="adj1" fmla="val -352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CD2A5FCE-88B8-1B9A-F305-A88844615DC7}"/>
              </a:ext>
            </a:extLst>
          </p:cNvPr>
          <p:cNvCxnSpPr>
            <a:cxnSpLocks/>
            <a:stCxn id="65" idx="2"/>
            <a:endCxn id="40" idx="0"/>
          </p:cNvCxnSpPr>
          <p:nvPr/>
        </p:nvCxnSpPr>
        <p:spPr>
          <a:xfrm>
            <a:off x="7226179" y="4637142"/>
            <a:ext cx="1190" cy="32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Imagen 98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7C1432E3-8893-AECA-A617-D61A9A46BF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581" y="4913658"/>
            <a:ext cx="226185" cy="224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Imagen 99" descr="power-bi-logo">
            <a:extLst>
              <a:ext uri="{FF2B5EF4-FFF2-40B4-BE49-F238E27FC236}">
                <a16:creationId xmlns:a16="http://schemas.microsoft.com/office/drawing/2014/main" id="{3AF6486B-4E25-D344-0C14-EA190CCE6E4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9" t="11059" r="31818" b="7581"/>
          <a:stretch>
            <a:fillRect/>
          </a:stretch>
        </p:blipFill>
        <p:spPr bwMode="auto">
          <a:xfrm>
            <a:off x="8008012" y="4911806"/>
            <a:ext cx="198450" cy="2461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6251C8E9-50D2-2614-0761-70D57FA4D31C}"/>
              </a:ext>
            </a:extLst>
          </p:cNvPr>
          <p:cNvSpPr/>
          <p:nvPr/>
        </p:nvSpPr>
        <p:spPr>
          <a:xfrm>
            <a:off x="5138091" y="5140617"/>
            <a:ext cx="1148432" cy="1179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solidFill>
                  <a:schemeClr val="tx1"/>
                </a:solidFill>
              </a:rPr>
              <a:t>Búsqueda de outliers</a:t>
            </a:r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B3E35703-E4F8-44C1-FE9F-B04CCE2A9761}"/>
              </a:ext>
            </a:extLst>
          </p:cNvPr>
          <p:cNvCxnSpPr>
            <a:cxnSpLocks/>
          </p:cNvCxnSpPr>
          <p:nvPr/>
        </p:nvCxnSpPr>
        <p:spPr>
          <a:xfrm flipH="1" flipV="1">
            <a:off x="6316367" y="5194324"/>
            <a:ext cx="395463" cy="2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de flecha 106">
            <a:extLst>
              <a:ext uri="{FF2B5EF4-FFF2-40B4-BE49-F238E27FC236}">
                <a16:creationId xmlns:a16="http://schemas.microsoft.com/office/drawing/2014/main" id="{D12E3277-2698-2DBB-97EC-D556E5659CF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727187" y="957258"/>
            <a:ext cx="8715" cy="1024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Imagen 107" descr="Excel Logo, symbol, meaning, history, PNG, brand">
            <a:extLst>
              <a:ext uri="{FF2B5EF4-FFF2-40B4-BE49-F238E27FC236}">
                <a16:creationId xmlns:a16="http://schemas.microsoft.com/office/drawing/2014/main" id="{F0F78EBA-C0B0-8A5A-EC8C-4B7D8831A5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7948"/>
          <a:stretch>
            <a:fillRect/>
          </a:stretch>
        </p:blipFill>
        <p:spPr bwMode="auto">
          <a:xfrm>
            <a:off x="8964462" y="771394"/>
            <a:ext cx="220257" cy="2161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9" name="Imagen 108" descr="Excel Logo, symbol, meaning, history, PNG, brand">
            <a:extLst>
              <a:ext uri="{FF2B5EF4-FFF2-40B4-BE49-F238E27FC236}">
                <a16:creationId xmlns:a16="http://schemas.microsoft.com/office/drawing/2014/main" id="{35016851-0550-05F2-D218-15A32AB091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7948"/>
          <a:stretch>
            <a:fillRect/>
          </a:stretch>
        </p:blipFill>
        <p:spPr bwMode="auto">
          <a:xfrm>
            <a:off x="10714125" y="848470"/>
            <a:ext cx="228322" cy="22405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1" name="Rombo 110">
            <a:extLst>
              <a:ext uri="{FF2B5EF4-FFF2-40B4-BE49-F238E27FC236}">
                <a16:creationId xmlns:a16="http://schemas.microsoft.com/office/drawing/2014/main" id="{9894D871-6B13-2E7F-C025-A91D6D0A5C1D}"/>
              </a:ext>
            </a:extLst>
          </p:cNvPr>
          <p:cNvSpPr/>
          <p:nvPr/>
        </p:nvSpPr>
        <p:spPr>
          <a:xfrm>
            <a:off x="5195965" y="1980132"/>
            <a:ext cx="456341" cy="386325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ADA50DAF-1EE0-943A-8A49-624D91B2B8C5}"/>
              </a:ext>
            </a:extLst>
          </p:cNvPr>
          <p:cNvSpPr txBox="1"/>
          <p:nvPr/>
        </p:nvSpPr>
        <p:spPr>
          <a:xfrm>
            <a:off x="5215475" y="2065348"/>
            <a:ext cx="4737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b="1" dirty="0"/>
              <a:t>Descarga en Excel</a:t>
            </a:r>
          </a:p>
        </p:txBody>
      </p: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4A072189-EB74-920B-6091-F3155C96604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0514710" y="954488"/>
            <a:ext cx="12366" cy="1034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0B0A995C-CC01-90AD-4364-7B25B7A615AF}"/>
              </a:ext>
            </a:extLst>
          </p:cNvPr>
          <p:cNvSpPr/>
          <p:nvPr/>
        </p:nvSpPr>
        <p:spPr>
          <a:xfrm>
            <a:off x="8206462" y="1700022"/>
            <a:ext cx="3128817" cy="2801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4.1.E:Eliminación de filas y columnas “de cabecera” o metadatos que estorban</a:t>
            </a:r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3002AC64-C83C-5FED-7811-4C570888F806}"/>
              </a:ext>
            </a:extLst>
          </p:cNvPr>
          <p:cNvSpPr/>
          <p:nvPr/>
        </p:nvSpPr>
        <p:spPr>
          <a:xfrm>
            <a:off x="8206462" y="2005618"/>
            <a:ext cx="3128817" cy="210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4.2.E:renombrar columnas para que queden claras y consistentes</a:t>
            </a:r>
            <a:endParaRPr lang="es-ES" sz="600" dirty="0">
              <a:solidFill>
                <a:schemeClr val="tx1"/>
              </a:solidFill>
            </a:endParaRPr>
          </a:p>
        </p:txBody>
      </p: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D91BAF63-9C06-4B73-7E88-C565DD7BBCE2}"/>
              </a:ext>
            </a:extLst>
          </p:cNvPr>
          <p:cNvSpPr/>
          <p:nvPr/>
        </p:nvSpPr>
        <p:spPr>
          <a:xfrm>
            <a:off x="8206462" y="2267977"/>
            <a:ext cx="3114314" cy="2427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4.3.E:Exploración de datos</a:t>
            </a:r>
          </a:p>
        </p:txBody>
      </p:sp>
      <p:pic>
        <p:nvPicPr>
          <p:cNvPr id="122" name="Imagen 121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5D30603B-3D66-D59A-16BB-EDBEC93A03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279" y="1733309"/>
            <a:ext cx="226185" cy="224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Rombo 135">
            <a:extLst>
              <a:ext uri="{FF2B5EF4-FFF2-40B4-BE49-F238E27FC236}">
                <a16:creationId xmlns:a16="http://schemas.microsoft.com/office/drawing/2014/main" id="{9A4E0D38-CC87-4339-7625-59C61623BFB8}"/>
              </a:ext>
            </a:extLst>
          </p:cNvPr>
          <p:cNvSpPr/>
          <p:nvPr/>
        </p:nvSpPr>
        <p:spPr>
          <a:xfrm>
            <a:off x="986653" y="1115533"/>
            <a:ext cx="375646" cy="252470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F9DBB1A-1B2B-86C2-C63B-A2B4204DD345}"/>
              </a:ext>
            </a:extLst>
          </p:cNvPr>
          <p:cNvSpPr txBox="1"/>
          <p:nvPr/>
        </p:nvSpPr>
        <p:spPr>
          <a:xfrm>
            <a:off x="957102" y="1172518"/>
            <a:ext cx="44281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" b="1" dirty="0"/>
              <a:t>Descarga en R</a:t>
            </a:r>
          </a:p>
        </p:txBody>
      </p:sp>
      <p:sp>
        <p:nvSpPr>
          <p:cNvPr id="139" name="Rombo 138">
            <a:extLst>
              <a:ext uri="{FF2B5EF4-FFF2-40B4-BE49-F238E27FC236}">
                <a16:creationId xmlns:a16="http://schemas.microsoft.com/office/drawing/2014/main" id="{9F11CDB1-DB95-6C5F-A992-79751C931B14}"/>
              </a:ext>
            </a:extLst>
          </p:cNvPr>
          <p:cNvSpPr/>
          <p:nvPr/>
        </p:nvSpPr>
        <p:spPr>
          <a:xfrm>
            <a:off x="8500561" y="984986"/>
            <a:ext cx="457532" cy="355261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0" name="Rombo 139">
            <a:extLst>
              <a:ext uri="{FF2B5EF4-FFF2-40B4-BE49-F238E27FC236}">
                <a16:creationId xmlns:a16="http://schemas.microsoft.com/office/drawing/2014/main" id="{6973EE1C-2849-CFEE-05A4-7435DBB03FD4}"/>
              </a:ext>
            </a:extLst>
          </p:cNvPr>
          <p:cNvSpPr/>
          <p:nvPr/>
        </p:nvSpPr>
        <p:spPr>
          <a:xfrm>
            <a:off x="10285944" y="1022899"/>
            <a:ext cx="457532" cy="355261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D8BEC734-A1C9-985F-B1F1-97B2D9F4EA8F}"/>
              </a:ext>
            </a:extLst>
          </p:cNvPr>
          <p:cNvSpPr txBox="1"/>
          <p:nvPr/>
        </p:nvSpPr>
        <p:spPr>
          <a:xfrm>
            <a:off x="8474729" y="1091302"/>
            <a:ext cx="65312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b="1" dirty="0"/>
              <a:t>Descarga en R</a:t>
            </a:r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86268A7B-F449-CF21-5F60-3B47FCB197A8}"/>
              </a:ext>
            </a:extLst>
          </p:cNvPr>
          <p:cNvSpPr txBox="1"/>
          <p:nvPr/>
        </p:nvSpPr>
        <p:spPr>
          <a:xfrm>
            <a:off x="10266854" y="1127434"/>
            <a:ext cx="65312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b="1" dirty="0"/>
              <a:t>Descarga en R</a:t>
            </a:r>
          </a:p>
        </p:txBody>
      </p:sp>
      <p:pic>
        <p:nvPicPr>
          <p:cNvPr id="143" name="Imagen 142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9BE0CD6D-E3E9-F88C-7D4A-276FC2427A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70" y="1295213"/>
            <a:ext cx="160431" cy="15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Imagen 14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C80EBDB2-27F7-ACAE-E576-2CE8B49939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637" y="1251335"/>
            <a:ext cx="160431" cy="159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Imagen 144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96E30B73-40CF-B418-DC10-B4B229A386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875" y="1256005"/>
            <a:ext cx="160431" cy="159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Rectángulo: esquinas redondeadas 145">
            <a:extLst>
              <a:ext uri="{FF2B5EF4-FFF2-40B4-BE49-F238E27FC236}">
                <a16:creationId xmlns:a16="http://schemas.microsoft.com/office/drawing/2014/main" id="{D4C0AAB3-7A32-9E8B-77F1-F88E17AA5009}"/>
              </a:ext>
            </a:extLst>
          </p:cNvPr>
          <p:cNvSpPr/>
          <p:nvPr/>
        </p:nvSpPr>
        <p:spPr>
          <a:xfrm>
            <a:off x="8206462" y="2558699"/>
            <a:ext cx="3128817" cy="2106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4.4.E:crear/asegurar ID </a:t>
            </a:r>
            <a:r>
              <a:rPr lang="es-ES" sz="700" b="1" dirty="0">
                <a:solidFill>
                  <a:schemeClr val="tx1"/>
                </a:solidFill>
              </a:rPr>
              <a:t>(cod_ine o provincia_key)</a:t>
            </a:r>
            <a:endParaRPr lang="es-ES" sz="500" b="1" dirty="0">
              <a:solidFill>
                <a:schemeClr val="tx1"/>
              </a:solidFill>
            </a:endParaRPr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51EC6B4F-2892-91B5-8093-BCD055C79A3D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9770871" y="2769396"/>
            <a:ext cx="0" cy="467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30DFDA07-643E-B9F6-9A8F-CF724782F029}"/>
              </a:ext>
            </a:extLst>
          </p:cNvPr>
          <p:cNvSpPr/>
          <p:nvPr/>
        </p:nvSpPr>
        <p:spPr>
          <a:xfrm>
            <a:off x="9120405" y="3262155"/>
            <a:ext cx="1276090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4.1.T:Normalizar texto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0667F065-2C8B-2245-77D6-CFEBB0A7D7FB}"/>
              </a:ext>
            </a:extLst>
          </p:cNvPr>
          <p:cNvCxnSpPr>
            <a:cxnSpLocks/>
          </p:cNvCxnSpPr>
          <p:nvPr/>
        </p:nvCxnSpPr>
        <p:spPr>
          <a:xfrm>
            <a:off x="10391023" y="3372392"/>
            <a:ext cx="162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ángulo: esquinas redondeadas 152">
            <a:extLst>
              <a:ext uri="{FF2B5EF4-FFF2-40B4-BE49-F238E27FC236}">
                <a16:creationId xmlns:a16="http://schemas.microsoft.com/office/drawing/2014/main" id="{AE337A7F-75FB-D88E-5BF2-DAEA3BB68388}"/>
              </a:ext>
            </a:extLst>
          </p:cNvPr>
          <p:cNvSpPr/>
          <p:nvPr/>
        </p:nvSpPr>
        <p:spPr>
          <a:xfrm>
            <a:off x="10553754" y="3216770"/>
            <a:ext cx="510088" cy="321725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" dirty="0">
                <a:solidFill>
                  <a:schemeClr val="tx1"/>
                </a:solidFill>
              </a:rPr>
              <a:t>Creamos y aplicamos función</a:t>
            </a:r>
          </a:p>
          <a:p>
            <a:pPr algn="ctr"/>
            <a:r>
              <a:rPr lang="es-ES" sz="400" b="1" dirty="0">
                <a:solidFill>
                  <a:schemeClr val="tx1"/>
                </a:solidFill>
              </a:rPr>
              <a:t>Clean_name</a:t>
            </a:r>
          </a:p>
        </p:txBody>
      </p:sp>
      <p:sp>
        <p:nvSpPr>
          <p:cNvPr id="154" name="Rectángulo: esquinas redondeadas 153">
            <a:extLst>
              <a:ext uri="{FF2B5EF4-FFF2-40B4-BE49-F238E27FC236}">
                <a16:creationId xmlns:a16="http://schemas.microsoft.com/office/drawing/2014/main" id="{FA427EAD-6BB4-3615-38A0-8779972FC953}"/>
              </a:ext>
            </a:extLst>
          </p:cNvPr>
          <p:cNvSpPr/>
          <p:nvPr/>
        </p:nvSpPr>
        <p:spPr>
          <a:xfrm>
            <a:off x="9129207" y="4134600"/>
            <a:ext cx="1276090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4.3.T:Creación de nuevas variables</a:t>
            </a:r>
          </a:p>
        </p:txBody>
      </p:sp>
      <p:sp>
        <p:nvSpPr>
          <p:cNvPr id="160" name="Rectángulo: esquinas redondeadas 159">
            <a:extLst>
              <a:ext uri="{FF2B5EF4-FFF2-40B4-BE49-F238E27FC236}">
                <a16:creationId xmlns:a16="http://schemas.microsoft.com/office/drawing/2014/main" id="{E9A15DF1-4454-0EB6-0762-8F06024EF3DF}"/>
              </a:ext>
            </a:extLst>
          </p:cNvPr>
          <p:cNvSpPr/>
          <p:nvPr/>
        </p:nvSpPr>
        <p:spPr>
          <a:xfrm>
            <a:off x="10562556" y="4051562"/>
            <a:ext cx="998908" cy="22185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solidFill>
                  <a:schemeClr val="tx1"/>
                </a:solidFill>
              </a:rPr>
              <a:t>Ratio 1: matriculaciones/población </a:t>
            </a:r>
          </a:p>
        </p:txBody>
      </p:sp>
      <p:sp>
        <p:nvSpPr>
          <p:cNvPr id="161" name="Rectángulo: esquinas redondeadas 160">
            <a:extLst>
              <a:ext uri="{FF2B5EF4-FFF2-40B4-BE49-F238E27FC236}">
                <a16:creationId xmlns:a16="http://schemas.microsoft.com/office/drawing/2014/main" id="{6211B4E3-66B9-2750-7C88-3DA657C12909}"/>
              </a:ext>
            </a:extLst>
          </p:cNvPr>
          <p:cNvSpPr/>
          <p:nvPr/>
        </p:nvSpPr>
        <p:spPr>
          <a:xfrm>
            <a:off x="10562556" y="4289718"/>
            <a:ext cx="998908" cy="227848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b="1" dirty="0">
                <a:solidFill>
                  <a:schemeClr val="tx1"/>
                </a:solidFill>
              </a:rPr>
              <a:t>Ratio 2: ratio1*1000 habitantes</a:t>
            </a:r>
          </a:p>
        </p:txBody>
      </p:sp>
      <p:cxnSp>
        <p:nvCxnSpPr>
          <p:cNvPr id="167" name="Conector: angular 166">
            <a:extLst>
              <a:ext uri="{FF2B5EF4-FFF2-40B4-BE49-F238E27FC236}">
                <a16:creationId xmlns:a16="http://schemas.microsoft.com/office/drawing/2014/main" id="{29683932-ED08-7067-3823-A8F4C997DA3F}"/>
              </a:ext>
            </a:extLst>
          </p:cNvPr>
          <p:cNvCxnSpPr>
            <a:cxnSpLocks/>
          </p:cNvCxnSpPr>
          <p:nvPr/>
        </p:nvCxnSpPr>
        <p:spPr>
          <a:xfrm>
            <a:off x="7273925" y="3808774"/>
            <a:ext cx="1816713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mbo 167">
            <a:extLst>
              <a:ext uri="{FF2B5EF4-FFF2-40B4-BE49-F238E27FC236}">
                <a16:creationId xmlns:a16="http://schemas.microsoft.com/office/drawing/2014/main" id="{5BD8C36F-0CD5-EB6B-9B2A-F3C4DBC8BECE}"/>
              </a:ext>
            </a:extLst>
          </p:cNvPr>
          <p:cNvSpPr/>
          <p:nvPr/>
        </p:nvSpPr>
        <p:spPr>
          <a:xfrm>
            <a:off x="8127618" y="3461404"/>
            <a:ext cx="745886" cy="692000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 dirty="0">
              <a:solidFill>
                <a:schemeClr val="tx1"/>
              </a:solidFill>
            </a:endParaRPr>
          </a:p>
        </p:txBody>
      </p: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EC3FAD2E-6E11-0737-4AF7-57A866196691}"/>
              </a:ext>
            </a:extLst>
          </p:cNvPr>
          <p:cNvSpPr txBox="1"/>
          <p:nvPr/>
        </p:nvSpPr>
        <p:spPr>
          <a:xfrm>
            <a:off x="8110747" y="3600538"/>
            <a:ext cx="77962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" b="1" dirty="0"/>
              <a:t>JOINS:</a:t>
            </a:r>
          </a:p>
          <a:p>
            <a:pPr algn="ctr"/>
            <a:r>
              <a:rPr lang="es-ES" sz="300" dirty="0"/>
              <a:t>Unir población con dataset municipal</a:t>
            </a:r>
          </a:p>
          <a:p>
            <a:pPr algn="ctr"/>
            <a:r>
              <a:rPr lang="es-ES" sz="300" dirty="0"/>
              <a:t>Unir PIB por provincia al dataset municipal</a:t>
            </a:r>
          </a:p>
          <a:p>
            <a:endParaRPr lang="es-ES" sz="400" b="1" dirty="0"/>
          </a:p>
        </p:txBody>
      </p:sp>
      <p:sp>
        <p:nvSpPr>
          <p:cNvPr id="171" name="Rectángulo: esquinas redondeadas 170">
            <a:extLst>
              <a:ext uri="{FF2B5EF4-FFF2-40B4-BE49-F238E27FC236}">
                <a16:creationId xmlns:a16="http://schemas.microsoft.com/office/drawing/2014/main" id="{97769FD5-953B-3F53-B9DC-172359E7C2AD}"/>
              </a:ext>
            </a:extLst>
          </p:cNvPr>
          <p:cNvSpPr/>
          <p:nvPr/>
        </p:nvSpPr>
        <p:spPr>
          <a:xfrm>
            <a:off x="9124444" y="3720840"/>
            <a:ext cx="1276090" cy="24279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bg1"/>
                </a:solidFill>
              </a:rPr>
              <a:t>4.2.T:Dataset unificado</a:t>
            </a:r>
          </a:p>
        </p:txBody>
      </p:sp>
      <p:sp>
        <p:nvSpPr>
          <p:cNvPr id="174" name="AutoShape 2" descr="Blend Icon at Vectorified.com | Collection of Blend Icon free for ...">
            <a:extLst>
              <a:ext uri="{FF2B5EF4-FFF2-40B4-BE49-F238E27FC236}">
                <a16:creationId xmlns:a16="http://schemas.microsoft.com/office/drawing/2014/main" id="{CEAAD043-EBC9-5C90-33AD-CB3D6AF4E8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71320" y="35119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78" name="Imagen 177">
            <a:extLst>
              <a:ext uri="{FF2B5EF4-FFF2-40B4-BE49-F238E27FC236}">
                <a16:creationId xmlns:a16="http://schemas.microsoft.com/office/drawing/2014/main" id="{32052536-1E6A-9E78-9BE7-878271750F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436" y="3928581"/>
            <a:ext cx="158250" cy="113852"/>
          </a:xfrm>
          <a:prstGeom prst="rect">
            <a:avLst/>
          </a:prstGeom>
        </p:spPr>
      </p:pic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11BABF52-F25F-5B27-67F9-057246E28E64}"/>
              </a:ext>
            </a:extLst>
          </p:cNvPr>
          <p:cNvCxnSpPr>
            <a:cxnSpLocks/>
            <a:stCxn id="154" idx="2"/>
          </p:cNvCxnSpPr>
          <p:nvPr/>
        </p:nvCxnSpPr>
        <p:spPr>
          <a:xfrm>
            <a:off x="9767252" y="4377390"/>
            <a:ext cx="0" cy="628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Abrir llave 182">
            <a:extLst>
              <a:ext uri="{FF2B5EF4-FFF2-40B4-BE49-F238E27FC236}">
                <a16:creationId xmlns:a16="http://schemas.microsoft.com/office/drawing/2014/main" id="{AF09F3D1-2FC0-17D9-B53A-5F08535E8CF4}"/>
              </a:ext>
            </a:extLst>
          </p:cNvPr>
          <p:cNvSpPr/>
          <p:nvPr/>
        </p:nvSpPr>
        <p:spPr>
          <a:xfrm>
            <a:off x="10405297" y="3993326"/>
            <a:ext cx="215632" cy="5452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5" name="Rectángulo: esquinas redondeadas 194">
            <a:extLst>
              <a:ext uri="{FF2B5EF4-FFF2-40B4-BE49-F238E27FC236}">
                <a16:creationId xmlns:a16="http://schemas.microsoft.com/office/drawing/2014/main" id="{D9F103DF-FBB5-5A3D-93F5-6F763A699A12}"/>
              </a:ext>
            </a:extLst>
          </p:cNvPr>
          <p:cNvSpPr/>
          <p:nvPr/>
        </p:nvSpPr>
        <p:spPr>
          <a:xfrm>
            <a:off x="11081435" y="3174436"/>
            <a:ext cx="719584" cy="647969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" b="1" dirty="0">
              <a:solidFill>
                <a:schemeClr val="tx1"/>
              </a:solidFill>
            </a:endParaRP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39BBA2D-0CA3-890C-1F87-02FA4C9DFAFB}"/>
              </a:ext>
            </a:extLst>
          </p:cNvPr>
          <p:cNvSpPr txBox="1"/>
          <p:nvPr/>
        </p:nvSpPr>
        <p:spPr>
          <a:xfrm>
            <a:off x="11038379" y="3170170"/>
            <a:ext cx="779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" b="1" dirty="0"/>
              <a:t>Clean_name:</a:t>
            </a:r>
          </a:p>
          <a:p>
            <a:pPr algn="ctr"/>
            <a:r>
              <a:rPr lang="es-ES" sz="400" dirty="0"/>
              <a:t>Pasa el texto a minúsculas.</a:t>
            </a:r>
          </a:p>
          <a:p>
            <a:pPr algn="ctr"/>
            <a:r>
              <a:rPr lang="es-ES" sz="400" dirty="0"/>
              <a:t>Quita tildes/acentos</a:t>
            </a:r>
          </a:p>
          <a:p>
            <a:pPr algn="ctr"/>
            <a:r>
              <a:rPr lang="es-ES" sz="400" dirty="0"/>
              <a:t>Elimina o sustituye caracteres raros</a:t>
            </a:r>
          </a:p>
          <a:p>
            <a:pPr algn="ctr"/>
            <a:r>
              <a:rPr lang="es-ES" sz="400" dirty="0"/>
              <a:t>Reduce espacios múltiples y deja un separador consistente</a:t>
            </a:r>
          </a:p>
        </p:txBody>
      </p:sp>
      <p:sp>
        <p:nvSpPr>
          <p:cNvPr id="197" name="Rectángulo: esquinas redondeadas 196">
            <a:extLst>
              <a:ext uri="{FF2B5EF4-FFF2-40B4-BE49-F238E27FC236}">
                <a16:creationId xmlns:a16="http://schemas.microsoft.com/office/drawing/2014/main" id="{EA5EE99F-B0D9-251A-4F38-BE798A164D45}"/>
              </a:ext>
            </a:extLst>
          </p:cNvPr>
          <p:cNvSpPr/>
          <p:nvPr/>
        </p:nvSpPr>
        <p:spPr>
          <a:xfrm>
            <a:off x="9162283" y="5065064"/>
            <a:ext cx="1148432" cy="2461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4.1.A:Descriptivos básicos: </a:t>
            </a:r>
          </a:p>
        </p:txBody>
      </p:sp>
      <p:sp>
        <p:nvSpPr>
          <p:cNvPr id="199" name="Abrir llave 198">
            <a:extLst>
              <a:ext uri="{FF2B5EF4-FFF2-40B4-BE49-F238E27FC236}">
                <a16:creationId xmlns:a16="http://schemas.microsoft.com/office/drawing/2014/main" id="{23E0DE29-0E2E-0EA1-3B20-25C3D76CAE49}"/>
              </a:ext>
            </a:extLst>
          </p:cNvPr>
          <p:cNvSpPr/>
          <p:nvPr/>
        </p:nvSpPr>
        <p:spPr>
          <a:xfrm>
            <a:off x="10303752" y="4882954"/>
            <a:ext cx="142098" cy="4713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0" name="Rectángulo: esquinas redondeadas 199">
            <a:extLst>
              <a:ext uri="{FF2B5EF4-FFF2-40B4-BE49-F238E27FC236}">
                <a16:creationId xmlns:a16="http://schemas.microsoft.com/office/drawing/2014/main" id="{EA465E2C-1358-2A65-51DC-5C647BBF8276}"/>
              </a:ext>
            </a:extLst>
          </p:cNvPr>
          <p:cNvSpPr/>
          <p:nvPr/>
        </p:nvSpPr>
        <p:spPr>
          <a:xfrm>
            <a:off x="10394451" y="4903261"/>
            <a:ext cx="1317741" cy="420346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Media, mediana, min-</a:t>
            </a:r>
            <a:r>
              <a:rPr lang="es-ES" sz="600" dirty="0" err="1">
                <a:solidFill>
                  <a:schemeClr val="tx1"/>
                </a:solidFill>
              </a:rPr>
              <a:t>máx</a:t>
            </a:r>
            <a:r>
              <a:rPr lang="es-ES" sz="600" dirty="0">
                <a:solidFill>
                  <a:schemeClr val="tx1"/>
                </a:solidFill>
              </a:rPr>
              <a:t>, desviación típica</a:t>
            </a:r>
          </a:p>
          <a:p>
            <a:pPr algn="ctr"/>
            <a:r>
              <a:rPr lang="es-ES" sz="600" dirty="0">
                <a:solidFill>
                  <a:schemeClr val="tx1"/>
                </a:solidFill>
              </a:rPr>
              <a:t>Número de NA’s y porcentaje</a:t>
            </a:r>
          </a:p>
          <a:p>
            <a:pPr algn="ctr"/>
            <a:r>
              <a:rPr lang="es-ES" sz="600" dirty="0">
                <a:solidFill>
                  <a:schemeClr val="tx1"/>
                </a:solidFill>
              </a:rPr>
              <a:t>detección de valores imposibles</a:t>
            </a:r>
            <a:endParaRPr lang="es-ES" sz="300" dirty="0">
              <a:solidFill>
                <a:schemeClr val="tx1"/>
              </a:solidFill>
            </a:endParaRPr>
          </a:p>
        </p:txBody>
      </p:sp>
      <p:sp>
        <p:nvSpPr>
          <p:cNvPr id="211" name="Rectángulo: esquinas redondeadas 210">
            <a:extLst>
              <a:ext uri="{FF2B5EF4-FFF2-40B4-BE49-F238E27FC236}">
                <a16:creationId xmlns:a16="http://schemas.microsoft.com/office/drawing/2014/main" id="{51C6B494-0E18-1780-9376-4DDA462BFC49}"/>
              </a:ext>
            </a:extLst>
          </p:cNvPr>
          <p:cNvSpPr/>
          <p:nvPr/>
        </p:nvSpPr>
        <p:spPr>
          <a:xfrm>
            <a:off x="5132802" y="5578270"/>
            <a:ext cx="1168286" cy="2850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500" b="1" dirty="0">
                <a:solidFill>
                  <a:schemeClr val="tx1"/>
                </a:solidFill>
              </a:rPr>
              <a:t>Análisis de Fourier </a:t>
            </a:r>
            <a:r>
              <a:rPr lang="es-ES" sz="500" dirty="0">
                <a:solidFill>
                  <a:schemeClr val="tx1"/>
                </a:solidFill>
              </a:rPr>
              <a:t>(Análisis espectral para la detección de estacionalidad)</a:t>
            </a:r>
          </a:p>
        </p:txBody>
      </p:sp>
      <p:cxnSp>
        <p:nvCxnSpPr>
          <p:cNvPr id="212" name="Conector recto de flecha 211">
            <a:extLst>
              <a:ext uri="{FF2B5EF4-FFF2-40B4-BE49-F238E27FC236}">
                <a16:creationId xmlns:a16="http://schemas.microsoft.com/office/drawing/2014/main" id="{1D17F165-4762-A9C0-2443-D207DA6F1A18}"/>
              </a:ext>
            </a:extLst>
          </p:cNvPr>
          <p:cNvCxnSpPr>
            <a:cxnSpLocks/>
            <a:endCxn id="211" idx="3"/>
          </p:cNvCxnSpPr>
          <p:nvPr/>
        </p:nvCxnSpPr>
        <p:spPr>
          <a:xfrm flipH="1">
            <a:off x="6301088" y="5716906"/>
            <a:ext cx="386863" cy="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4" name="Imagen 21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82DB23AE-07D3-47AB-B3D4-32454A4B42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379" y="5251856"/>
            <a:ext cx="226185" cy="224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Conector recto de flecha 216">
            <a:extLst>
              <a:ext uri="{FF2B5EF4-FFF2-40B4-BE49-F238E27FC236}">
                <a16:creationId xmlns:a16="http://schemas.microsoft.com/office/drawing/2014/main" id="{788C4855-0966-3E61-420A-1A2BB5DC5F5B}"/>
              </a:ext>
            </a:extLst>
          </p:cNvPr>
          <p:cNvCxnSpPr>
            <a:cxnSpLocks/>
            <a:stCxn id="44" idx="1"/>
            <a:endCxn id="26" idx="3"/>
          </p:cNvCxnSpPr>
          <p:nvPr/>
        </p:nvCxnSpPr>
        <p:spPr>
          <a:xfrm flipH="1">
            <a:off x="6301088" y="5421091"/>
            <a:ext cx="360588" cy="2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Elipse 225">
            <a:extLst>
              <a:ext uri="{FF2B5EF4-FFF2-40B4-BE49-F238E27FC236}">
                <a16:creationId xmlns:a16="http://schemas.microsoft.com/office/drawing/2014/main" id="{80C975C7-3937-8037-0DC4-A679FF83C7AD}"/>
              </a:ext>
            </a:extLst>
          </p:cNvPr>
          <p:cNvSpPr/>
          <p:nvPr/>
        </p:nvSpPr>
        <p:spPr>
          <a:xfrm>
            <a:off x="891475" y="54872"/>
            <a:ext cx="580509" cy="393703"/>
          </a:xfrm>
          <a:prstGeom prst="ellipse">
            <a:avLst/>
          </a:prstGeom>
          <a:solidFill>
            <a:srgbClr val="393939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ELT</a:t>
            </a:r>
          </a:p>
        </p:txBody>
      </p:sp>
      <p:sp>
        <p:nvSpPr>
          <p:cNvPr id="227" name="Elipse 226">
            <a:extLst>
              <a:ext uri="{FF2B5EF4-FFF2-40B4-BE49-F238E27FC236}">
                <a16:creationId xmlns:a16="http://schemas.microsoft.com/office/drawing/2014/main" id="{AD12CA8B-70AC-8C66-1EAA-467B2154EA4A}"/>
              </a:ext>
            </a:extLst>
          </p:cNvPr>
          <p:cNvSpPr/>
          <p:nvPr/>
        </p:nvSpPr>
        <p:spPr>
          <a:xfrm>
            <a:off x="4353906" y="730011"/>
            <a:ext cx="570183" cy="404195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ETL</a:t>
            </a:r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8C97D8A2-4D8E-D533-5C1B-B2CA818DDC7A}"/>
              </a:ext>
            </a:extLst>
          </p:cNvPr>
          <p:cNvSpPr/>
          <p:nvPr/>
        </p:nvSpPr>
        <p:spPr>
          <a:xfrm>
            <a:off x="9280373" y="539896"/>
            <a:ext cx="666750" cy="564316"/>
          </a:xfrm>
          <a:prstGeom prst="ellipse">
            <a:avLst/>
          </a:prstGeom>
          <a:solidFill>
            <a:srgbClr val="393939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ELT</a:t>
            </a:r>
          </a:p>
        </p:txBody>
      </p:sp>
      <p:cxnSp>
        <p:nvCxnSpPr>
          <p:cNvPr id="232" name="Conector recto de flecha 231">
            <a:extLst>
              <a:ext uri="{FF2B5EF4-FFF2-40B4-BE49-F238E27FC236}">
                <a16:creationId xmlns:a16="http://schemas.microsoft.com/office/drawing/2014/main" id="{AFB29F19-8A6F-EC1F-4C66-7F14CA9E352A}"/>
              </a:ext>
            </a:extLst>
          </p:cNvPr>
          <p:cNvCxnSpPr>
            <a:cxnSpLocks/>
          </p:cNvCxnSpPr>
          <p:nvPr/>
        </p:nvCxnSpPr>
        <p:spPr>
          <a:xfrm flipV="1">
            <a:off x="7725474" y="2080232"/>
            <a:ext cx="0" cy="1109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ectángulo: esquinas redondeadas 232">
            <a:extLst>
              <a:ext uri="{FF2B5EF4-FFF2-40B4-BE49-F238E27FC236}">
                <a16:creationId xmlns:a16="http://schemas.microsoft.com/office/drawing/2014/main" id="{91DF974D-6956-405E-7E77-8B6280D08F2F}"/>
              </a:ext>
            </a:extLst>
          </p:cNvPr>
          <p:cNvSpPr/>
          <p:nvPr/>
        </p:nvSpPr>
        <p:spPr>
          <a:xfrm>
            <a:off x="6459655" y="1621121"/>
            <a:ext cx="563639" cy="470132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00" dirty="0">
              <a:solidFill>
                <a:schemeClr val="tx1"/>
              </a:solidFill>
            </a:endParaRPr>
          </a:p>
        </p:txBody>
      </p:sp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C7E4722E-ED92-55BD-F31A-0345FA9D22D5}"/>
              </a:ext>
            </a:extLst>
          </p:cNvPr>
          <p:cNvSpPr/>
          <p:nvPr/>
        </p:nvSpPr>
        <p:spPr>
          <a:xfrm>
            <a:off x="7073405" y="1613705"/>
            <a:ext cx="808303" cy="47416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" b="1" dirty="0">
              <a:solidFill>
                <a:schemeClr val="tx1"/>
              </a:solidFill>
            </a:endParaRPr>
          </a:p>
        </p:txBody>
      </p:sp>
      <p:pic>
        <p:nvPicPr>
          <p:cNvPr id="87" name="Imagen 86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E267899F-4467-CEB1-26D1-BAB955AE482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121" y="3169515"/>
            <a:ext cx="243823" cy="24279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CuadroTexto 236">
            <a:extLst>
              <a:ext uri="{FF2B5EF4-FFF2-40B4-BE49-F238E27FC236}">
                <a16:creationId xmlns:a16="http://schemas.microsoft.com/office/drawing/2014/main" id="{3F13ED6E-6C98-945D-CFB7-5F6C82141ECD}"/>
              </a:ext>
            </a:extLst>
          </p:cNvPr>
          <p:cNvSpPr txBox="1"/>
          <p:nvPr/>
        </p:nvSpPr>
        <p:spPr>
          <a:xfrm>
            <a:off x="7053652" y="1610432"/>
            <a:ext cx="79661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dirty="0"/>
              <a:t>Aplicamos función (is_blank_chr)</a:t>
            </a:r>
          </a:p>
          <a:p>
            <a:pPr algn="ctr"/>
            <a:r>
              <a:rPr lang="es-ES" sz="500" b="1" dirty="0"/>
              <a:t>Detectar blancos, NA, Cadenas vacías y duplicados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5AC7836-ACC8-1D01-8416-4F3CD3417773}"/>
              </a:ext>
            </a:extLst>
          </p:cNvPr>
          <p:cNvCxnSpPr>
            <a:cxnSpLocks/>
          </p:cNvCxnSpPr>
          <p:nvPr/>
        </p:nvCxnSpPr>
        <p:spPr>
          <a:xfrm>
            <a:off x="1924579" y="1725684"/>
            <a:ext cx="1951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n 17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D3DC607C-FC21-B09A-F800-44F62685E4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367" y="1606745"/>
            <a:ext cx="226185" cy="22474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098C7A7E-57D5-1C2B-D7E6-DC158338D3C8}"/>
              </a:ext>
            </a:extLst>
          </p:cNvPr>
          <p:cNvSpPr txBox="1"/>
          <p:nvPr/>
        </p:nvSpPr>
        <p:spPr>
          <a:xfrm>
            <a:off x="6460099" y="1617043"/>
            <a:ext cx="5417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00" dirty="0"/>
              <a:t>Cogemos una muestra aleatoria</a:t>
            </a:r>
          </a:p>
          <a:p>
            <a:pPr algn="ctr"/>
            <a:r>
              <a:rPr lang="es-ES" sz="500" dirty="0"/>
              <a:t>(</a:t>
            </a:r>
            <a:r>
              <a:rPr lang="es-ES" sz="500" b="1" dirty="0"/>
              <a:t>200.000obs)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534CA56-6DA6-BC32-D3CF-4EC36CB5E376}"/>
              </a:ext>
            </a:extLst>
          </p:cNvPr>
          <p:cNvSpPr/>
          <p:nvPr/>
        </p:nvSpPr>
        <p:spPr>
          <a:xfrm>
            <a:off x="6383225" y="292406"/>
            <a:ext cx="991565" cy="2258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Validación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D7CC4FCF-7B8F-066E-2F0F-7A81B440F365}"/>
              </a:ext>
            </a:extLst>
          </p:cNvPr>
          <p:cNvSpPr/>
          <p:nvPr/>
        </p:nvSpPr>
        <p:spPr>
          <a:xfrm>
            <a:off x="2114439" y="1522534"/>
            <a:ext cx="728447" cy="5884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8B572BB-3573-10C8-B502-06D51C113CE9}"/>
              </a:ext>
            </a:extLst>
          </p:cNvPr>
          <p:cNvSpPr/>
          <p:nvPr/>
        </p:nvSpPr>
        <p:spPr>
          <a:xfrm>
            <a:off x="2165899" y="1586799"/>
            <a:ext cx="628697" cy="474163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" b="1" dirty="0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3E295BB-8F0A-046A-91FF-FEBFA7BB1461}"/>
              </a:ext>
            </a:extLst>
          </p:cNvPr>
          <p:cNvSpPr txBox="1"/>
          <p:nvPr/>
        </p:nvSpPr>
        <p:spPr>
          <a:xfrm>
            <a:off x="2075265" y="1588149"/>
            <a:ext cx="796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" dirty="0"/>
              <a:t>Creamos una función (is_blank_chr)</a:t>
            </a:r>
          </a:p>
          <a:p>
            <a:pPr algn="ctr"/>
            <a:r>
              <a:rPr lang="es-ES" sz="400" dirty="0"/>
              <a:t> para:</a:t>
            </a:r>
          </a:p>
          <a:p>
            <a:pPr algn="ctr"/>
            <a:r>
              <a:rPr lang="es-ES" sz="400" b="1" dirty="0"/>
              <a:t>Detectar blancos, NA, Cadenas vacías y duplicados</a:t>
            </a:r>
          </a:p>
        </p:txBody>
      </p:sp>
      <p:pic>
        <p:nvPicPr>
          <p:cNvPr id="24" name="Imagen 2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38F08AA1-567A-C70B-C348-57AEC87B57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9750" y="5118780"/>
            <a:ext cx="206686" cy="20536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6CF432E3-B784-F187-2707-EBB1318BCF12}"/>
              </a:ext>
            </a:extLst>
          </p:cNvPr>
          <p:cNvSpPr/>
          <p:nvPr/>
        </p:nvSpPr>
        <p:spPr>
          <a:xfrm>
            <a:off x="5129213" y="5299853"/>
            <a:ext cx="1171875" cy="2469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Visualización gráfica de:</a:t>
            </a:r>
          </a:p>
          <a:p>
            <a:pPr algn="ctr"/>
            <a:r>
              <a:rPr lang="es-ES" sz="500" dirty="0">
                <a:solidFill>
                  <a:schemeClr val="tx1"/>
                </a:solidFill>
              </a:rPr>
              <a:t>%NA por variable, boxplots numéricos, distribuciones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79782B8A-3D60-9A42-3F49-B86836F19DDB}"/>
              </a:ext>
            </a:extLst>
          </p:cNvPr>
          <p:cNvSpPr/>
          <p:nvPr/>
        </p:nvSpPr>
        <p:spPr>
          <a:xfrm>
            <a:off x="593914" y="4752707"/>
            <a:ext cx="1167067" cy="4149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1.1.A: Descriptivos Básicos: Media, mediana, min-</a:t>
            </a:r>
            <a:r>
              <a:rPr lang="es-ES" sz="600" dirty="0" err="1">
                <a:solidFill>
                  <a:schemeClr val="tx1"/>
                </a:solidFill>
              </a:rPr>
              <a:t>máx</a:t>
            </a:r>
            <a:r>
              <a:rPr lang="es-ES" sz="600" dirty="0">
                <a:solidFill>
                  <a:schemeClr val="tx1"/>
                </a:solidFill>
              </a:rPr>
              <a:t>, 1y3 cuartil</a:t>
            </a:r>
            <a:r>
              <a:rPr lang="es-ES" sz="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F460C4DE-147B-BB0F-DF58-4CA85C215A6D}"/>
              </a:ext>
            </a:extLst>
          </p:cNvPr>
          <p:cNvSpPr/>
          <p:nvPr/>
        </p:nvSpPr>
        <p:spPr>
          <a:xfrm>
            <a:off x="1941376" y="4779757"/>
            <a:ext cx="888367" cy="3687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Visualización gráfica de:</a:t>
            </a:r>
          </a:p>
          <a:p>
            <a:pPr algn="ctr"/>
            <a:r>
              <a:rPr lang="es-ES" sz="500" dirty="0">
                <a:solidFill>
                  <a:schemeClr val="tx1"/>
                </a:solidFill>
              </a:rPr>
              <a:t>%NA por variable, boxplots numéricos, distribuciones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9ED11B6-0940-79E6-36DB-4C25E4282D2F}"/>
              </a:ext>
            </a:extLst>
          </p:cNvPr>
          <p:cNvCxnSpPr>
            <a:cxnSpLocks/>
            <a:stCxn id="34" idx="3"/>
            <a:endCxn id="37" idx="1"/>
          </p:cNvCxnSpPr>
          <p:nvPr/>
        </p:nvCxnSpPr>
        <p:spPr>
          <a:xfrm>
            <a:off x="1760981" y="4960172"/>
            <a:ext cx="180395" cy="3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Imagen 6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113B20A4-D5DA-866F-84C3-5EB65E1C20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847" y="4741111"/>
            <a:ext cx="226185" cy="22474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CuadroTexto 207">
            <a:extLst>
              <a:ext uri="{FF2B5EF4-FFF2-40B4-BE49-F238E27FC236}">
                <a16:creationId xmlns:a16="http://schemas.microsoft.com/office/drawing/2014/main" id="{0F234153-6675-BE4D-BB55-A65881E64859}"/>
              </a:ext>
            </a:extLst>
          </p:cNvPr>
          <p:cNvSpPr txBox="1"/>
          <p:nvPr/>
        </p:nvSpPr>
        <p:spPr>
          <a:xfrm>
            <a:off x="1584741" y="621084"/>
            <a:ext cx="9340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13 Pestañas: 35x300 </a:t>
            </a:r>
            <a:r>
              <a:rPr lang="es-ES" sz="500" dirty="0" err="1"/>
              <a:t>var</a:t>
            </a:r>
            <a:r>
              <a:rPr lang="es-ES" sz="500" dirty="0"/>
              <a:t> cada una de media:</a:t>
            </a:r>
          </a:p>
          <a:p>
            <a:r>
              <a:rPr lang="es-ES" sz="500" b="1" dirty="0"/>
              <a:t>7655 observaciones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BFAAEE67-B882-E7A0-30D7-4ABA2B1652A3}"/>
              </a:ext>
            </a:extLst>
          </p:cNvPr>
          <p:cNvSpPr txBox="1"/>
          <p:nvPr/>
        </p:nvSpPr>
        <p:spPr>
          <a:xfrm>
            <a:off x="5927897" y="728201"/>
            <a:ext cx="9440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5 ficherosx12 pestañas: 100.000 </a:t>
            </a:r>
            <a:r>
              <a:rPr lang="es-ES" sz="500" dirty="0" err="1"/>
              <a:t>obs</a:t>
            </a:r>
            <a:r>
              <a:rPr lang="es-ES" sz="500" dirty="0"/>
              <a:t> por pestaña </a:t>
            </a:r>
            <a:r>
              <a:rPr lang="es-ES" sz="500" dirty="0">
                <a:sym typeface="Wingdings" panose="05000000000000000000" pitchFamily="2" charset="2"/>
              </a:rPr>
              <a:t> </a:t>
            </a:r>
            <a:r>
              <a:rPr lang="es-ES" sz="500" b="1" dirty="0">
                <a:sym typeface="Wingdings" panose="05000000000000000000" pitchFamily="2" charset="2"/>
              </a:rPr>
              <a:t>6.000.000 observaciones</a:t>
            </a:r>
            <a:r>
              <a:rPr lang="es-ES" sz="500" dirty="0"/>
              <a:t> </a:t>
            </a: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1A337202-10A8-FC20-0715-ADE12ADF7EC6}"/>
              </a:ext>
            </a:extLst>
          </p:cNvPr>
          <p:cNvSpPr txBox="1"/>
          <p:nvPr/>
        </p:nvSpPr>
        <p:spPr>
          <a:xfrm>
            <a:off x="7708474" y="624585"/>
            <a:ext cx="766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2 variables</a:t>
            </a:r>
            <a:r>
              <a:rPr lang="es-ES" sz="500" dirty="0">
                <a:sym typeface="Wingdings" panose="05000000000000000000" pitchFamily="2" charset="2"/>
              </a:rPr>
              <a:t> </a:t>
            </a:r>
            <a:r>
              <a:rPr lang="es-ES" sz="500" b="1" dirty="0">
                <a:sym typeface="Wingdings" panose="05000000000000000000" pitchFamily="2" charset="2"/>
              </a:rPr>
              <a:t>8.132 observaciones</a:t>
            </a:r>
            <a:r>
              <a:rPr lang="es-ES" sz="500" dirty="0"/>
              <a:t> </a:t>
            </a: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51A6BA38-ED3D-6598-FE45-D8F0423DC7FB}"/>
              </a:ext>
            </a:extLst>
          </p:cNvPr>
          <p:cNvSpPr txBox="1"/>
          <p:nvPr/>
        </p:nvSpPr>
        <p:spPr>
          <a:xfrm>
            <a:off x="10813782" y="556803"/>
            <a:ext cx="766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3 variables X 4 años x 63 provincias </a:t>
            </a:r>
            <a:r>
              <a:rPr lang="es-ES" sz="500" dirty="0">
                <a:sym typeface="Wingdings" panose="05000000000000000000" pitchFamily="2" charset="2"/>
              </a:rPr>
              <a:t> </a:t>
            </a:r>
            <a:r>
              <a:rPr lang="es-ES" sz="500" b="1" dirty="0">
                <a:sym typeface="Wingdings" panose="05000000000000000000" pitchFamily="2" charset="2"/>
              </a:rPr>
              <a:t>816 observaciones</a:t>
            </a:r>
            <a:r>
              <a:rPr lang="es-ES" sz="500" dirty="0"/>
              <a:t> </a:t>
            </a:r>
          </a:p>
        </p:txBody>
      </p:sp>
      <p:pic>
        <p:nvPicPr>
          <p:cNvPr id="225" name="Imagen 224" descr="Excel Logo, symbol, meaning, history, PNG, brand">
            <a:extLst>
              <a:ext uri="{FF2B5EF4-FFF2-40B4-BE49-F238E27FC236}">
                <a16:creationId xmlns:a16="http://schemas.microsoft.com/office/drawing/2014/main" id="{210A61B8-8C84-D627-B2F9-01C981899A2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4284" b="-10490"/>
          <a:stretch>
            <a:fillRect/>
          </a:stretch>
        </p:blipFill>
        <p:spPr bwMode="auto">
          <a:xfrm>
            <a:off x="5601006" y="2276326"/>
            <a:ext cx="102599" cy="104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9" name="Rectángulo: esquinas redondeadas 228">
            <a:extLst>
              <a:ext uri="{FF2B5EF4-FFF2-40B4-BE49-F238E27FC236}">
                <a16:creationId xmlns:a16="http://schemas.microsoft.com/office/drawing/2014/main" id="{E40F8DCF-EF52-09D0-32DF-5C252E2867C3}"/>
              </a:ext>
            </a:extLst>
          </p:cNvPr>
          <p:cNvSpPr/>
          <p:nvPr/>
        </p:nvSpPr>
        <p:spPr>
          <a:xfrm>
            <a:off x="9174916" y="5422994"/>
            <a:ext cx="1167068" cy="2461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>
                <a:solidFill>
                  <a:schemeClr val="tx1"/>
                </a:solidFill>
              </a:rPr>
              <a:t>4.2.A:Estudio de correlación</a:t>
            </a:r>
          </a:p>
        </p:txBody>
      </p:sp>
      <p:sp>
        <p:nvSpPr>
          <p:cNvPr id="230" name="Rectángulo: esquinas redondeadas 229">
            <a:extLst>
              <a:ext uri="{FF2B5EF4-FFF2-40B4-BE49-F238E27FC236}">
                <a16:creationId xmlns:a16="http://schemas.microsoft.com/office/drawing/2014/main" id="{07DA1D7C-2339-75AB-7044-39A4FC072C11}"/>
              </a:ext>
            </a:extLst>
          </p:cNvPr>
          <p:cNvSpPr/>
          <p:nvPr/>
        </p:nvSpPr>
        <p:spPr>
          <a:xfrm>
            <a:off x="10383021" y="5364227"/>
            <a:ext cx="1317741" cy="298787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Análisis de correlación entre población, índice2023. Estudio de autocorrelación</a:t>
            </a:r>
            <a:endParaRPr lang="es-ES" sz="300" dirty="0">
              <a:solidFill>
                <a:schemeClr val="tx1"/>
              </a:solidFill>
            </a:endParaRPr>
          </a:p>
        </p:txBody>
      </p:sp>
      <p:pic>
        <p:nvPicPr>
          <p:cNvPr id="88" name="Imagen 87" descr="power-bi-logo">
            <a:extLst>
              <a:ext uri="{FF2B5EF4-FFF2-40B4-BE49-F238E27FC236}">
                <a16:creationId xmlns:a16="http://schemas.microsoft.com/office/drawing/2014/main" id="{0688B1DC-60EE-6F0A-2333-012F867BD26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9" t="11059" r="31818" b="7581"/>
          <a:stretch>
            <a:fillRect/>
          </a:stretch>
        </p:blipFill>
        <p:spPr bwMode="auto">
          <a:xfrm>
            <a:off x="1673038" y="4973535"/>
            <a:ext cx="198450" cy="2461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6B341422-8BC2-D031-29CA-D4D8B54E9D7F}"/>
              </a:ext>
            </a:extLst>
          </p:cNvPr>
          <p:cNvCxnSpPr>
            <a:cxnSpLocks/>
            <a:stCxn id="62" idx="2"/>
            <a:endCxn id="121" idx="1"/>
          </p:cNvCxnSpPr>
          <p:nvPr/>
        </p:nvCxnSpPr>
        <p:spPr>
          <a:xfrm flipH="1">
            <a:off x="1171250" y="5947024"/>
            <a:ext cx="7064" cy="36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Cilindro 120">
            <a:extLst>
              <a:ext uri="{FF2B5EF4-FFF2-40B4-BE49-F238E27FC236}">
                <a16:creationId xmlns:a16="http://schemas.microsoft.com/office/drawing/2014/main" id="{42A38C8B-6F38-7272-6ADB-9870F85424DE}"/>
              </a:ext>
            </a:extLst>
          </p:cNvPr>
          <p:cNvSpPr/>
          <p:nvPr/>
        </p:nvSpPr>
        <p:spPr>
          <a:xfrm>
            <a:off x="919717" y="6312824"/>
            <a:ext cx="503065" cy="411166"/>
          </a:xfrm>
          <a:prstGeom prst="can">
            <a:avLst/>
          </a:prstGeom>
          <a:solidFill>
            <a:schemeClr val="accent1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anual</a:t>
            </a:r>
            <a:endParaRPr lang="es-ES" dirty="0"/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4357FC96-DF88-6B81-7C6B-4F5698D770DA}"/>
              </a:ext>
            </a:extLst>
          </p:cNvPr>
          <p:cNvCxnSpPr>
            <a:cxnSpLocks/>
            <a:stCxn id="43" idx="2"/>
            <a:endCxn id="125" idx="1"/>
          </p:cNvCxnSpPr>
          <p:nvPr/>
        </p:nvCxnSpPr>
        <p:spPr>
          <a:xfrm>
            <a:off x="7233523" y="5923222"/>
            <a:ext cx="1783" cy="103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Cilindro 124">
            <a:extLst>
              <a:ext uri="{FF2B5EF4-FFF2-40B4-BE49-F238E27FC236}">
                <a16:creationId xmlns:a16="http://schemas.microsoft.com/office/drawing/2014/main" id="{75AD924D-9872-FB67-25E5-81F609F3A147}"/>
              </a:ext>
            </a:extLst>
          </p:cNvPr>
          <p:cNvSpPr/>
          <p:nvPr/>
        </p:nvSpPr>
        <p:spPr>
          <a:xfrm>
            <a:off x="6971615" y="6027098"/>
            <a:ext cx="527382" cy="302112"/>
          </a:xfrm>
          <a:prstGeom prst="can">
            <a:avLst/>
          </a:prstGeom>
          <a:solidFill>
            <a:schemeClr val="accent1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/>
              <a:t>Mensual</a:t>
            </a:r>
          </a:p>
        </p:txBody>
      </p: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267A5CF2-CA1B-E9C9-4720-1D16252613D8}"/>
              </a:ext>
            </a:extLst>
          </p:cNvPr>
          <p:cNvCxnSpPr>
            <a:cxnSpLocks/>
            <a:stCxn id="229" idx="2"/>
            <a:endCxn id="127" idx="1"/>
          </p:cNvCxnSpPr>
          <p:nvPr/>
        </p:nvCxnSpPr>
        <p:spPr>
          <a:xfrm>
            <a:off x="9758450" y="5669167"/>
            <a:ext cx="0" cy="347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Cilindro 126">
            <a:extLst>
              <a:ext uri="{FF2B5EF4-FFF2-40B4-BE49-F238E27FC236}">
                <a16:creationId xmlns:a16="http://schemas.microsoft.com/office/drawing/2014/main" id="{6244B5CB-AABC-9123-0B8C-28FA5001AE2B}"/>
              </a:ext>
            </a:extLst>
          </p:cNvPr>
          <p:cNvSpPr/>
          <p:nvPr/>
        </p:nvSpPr>
        <p:spPr>
          <a:xfrm>
            <a:off x="9411588" y="6016546"/>
            <a:ext cx="693724" cy="463708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/>
              <a:t>MAPA DENSIDAD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1F64CC88-53AC-D1CF-7962-CAFDEF97EE76}"/>
              </a:ext>
            </a:extLst>
          </p:cNvPr>
          <p:cNvSpPr txBox="1"/>
          <p:nvPr/>
        </p:nvSpPr>
        <p:spPr>
          <a:xfrm>
            <a:off x="1488148" y="6353713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35x8 </a:t>
            </a:r>
            <a:r>
              <a:rPr lang="es-ES" sz="500" dirty="0" err="1"/>
              <a:t>var</a:t>
            </a:r>
            <a:r>
              <a:rPr lang="es-ES" sz="500" dirty="0"/>
              <a:t>: </a:t>
            </a:r>
          </a:p>
          <a:p>
            <a:r>
              <a:rPr lang="es-ES" sz="500" b="1" dirty="0"/>
              <a:t>280 observaciones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DC1B4AAF-E6B4-2477-2DEB-F55F6AC96C9B}"/>
              </a:ext>
            </a:extLst>
          </p:cNvPr>
          <p:cNvSpPr txBox="1"/>
          <p:nvPr/>
        </p:nvSpPr>
        <p:spPr>
          <a:xfrm>
            <a:off x="3156924" y="6248400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35x8 </a:t>
            </a:r>
            <a:r>
              <a:rPr lang="es-ES" sz="500" dirty="0" err="1"/>
              <a:t>var</a:t>
            </a:r>
            <a:r>
              <a:rPr lang="es-ES" sz="500" dirty="0"/>
              <a:t>: </a:t>
            </a:r>
          </a:p>
          <a:p>
            <a:r>
              <a:rPr lang="es-ES" sz="500" b="1" dirty="0"/>
              <a:t>280 observaciones</a:t>
            </a: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570107BE-103C-C759-E720-8F1D63A0C0EB}"/>
              </a:ext>
            </a:extLst>
          </p:cNvPr>
          <p:cNvSpPr txBox="1"/>
          <p:nvPr/>
        </p:nvSpPr>
        <p:spPr>
          <a:xfrm>
            <a:off x="9358294" y="6498853"/>
            <a:ext cx="93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5211x7 </a:t>
            </a:r>
            <a:r>
              <a:rPr lang="es-ES" sz="500" dirty="0" err="1"/>
              <a:t>var</a:t>
            </a:r>
            <a:r>
              <a:rPr lang="es-ES" sz="500" dirty="0"/>
              <a:t>: </a:t>
            </a:r>
          </a:p>
          <a:p>
            <a:r>
              <a:rPr lang="es-ES" sz="500" b="1" dirty="0"/>
              <a:t>36.477 observaciones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976DB66A-687D-243A-EE31-482C556DEEC1}"/>
              </a:ext>
            </a:extLst>
          </p:cNvPr>
          <p:cNvSpPr/>
          <p:nvPr/>
        </p:nvSpPr>
        <p:spPr>
          <a:xfrm>
            <a:off x="6653157" y="4957825"/>
            <a:ext cx="1148424" cy="310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3.1.A:Visualización de la serie sin diferenciar y diferenciada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19900D7D-008A-6A53-0A5D-BF6BE1ACA8BE}"/>
              </a:ext>
            </a:extLst>
          </p:cNvPr>
          <p:cNvSpPr/>
          <p:nvPr/>
        </p:nvSpPr>
        <p:spPr>
          <a:xfrm>
            <a:off x="6665465" y="5611075"/>
            <a:ext cx="1136116" cy="31214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3.3.A:Análisis de componentes de la serie (Tendencia + Estacionalidad…)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60D45F9C-BE2A-B8C1-1CBE-8602A9D23047}"/>
              </a:ext>
            </a:extLst>
          </p:cNvPr>
          <p:cNvSpPr/>
          <p:nvPr/>
        </p:nvSpPr>
        <p:spPr>
          <a:xfrm>
            <a:off x="6661676" y="5284816"/>
            <a:ext cx="1133822" cy="27254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3.2.A:Descriptivos Básicos: Media, mediana, min-</a:t>
            </a:r>
            <a:r>
              <a:rPr lang="es-ES" sz="500" dirty="0" err="1">
                <a:solidFill>
                  <a:schemeClr val="tx1"/>
                </a:solidFill>
              </a:rPr>
              <a:t>máx</a:t>
            </a:r>
            <a:r>
              <a:rPr lang="es-ES" sz="500" dirty="0">
                <a:solidFill>
                  <a:schemeClr val="tx1"/>
                </a:solidFill>
              </a:rPr>
              <a:t>, 1y3 cuartil.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905F3478-358B-B8B3-A992-7F7EF372DA57}"/>
              </a:ext>
            </a:extLst>
          </p:cNvPr>
          <p:cNvSpPr/>
          <p:nvPr/>
        </p:nvSpPr>
        <p:spPr>
          <a:xfrm>
            <a:off x="6588135" y="3461780"/>
            <a:ext cx="1276090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3.5.T:Normalizar texto (quitar símbolos, guiones..)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C9DBDB82-CBD5-7774-21A7-AF2A64BFD7E4}"/>
              </a:ext>
            </a:extLst>
          </p:cNvPr>
          <p:cNvSpPr/>
          <p:nvPr/>
        </p:nvSpPr>
        <p:spPr>
          <a:xfrm>
            <a:off x="6588132" y="3734381"/>
            <a:ext cx="1276090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3.6.T:Convertir fecha a formato y extraer año y mes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393DF0B1-CB94-A404-3EC9-94B5D233E3FF}"/>
              </a:ext>
            </a:extLst>
          </p:cNvPr>
          <p:cNvSpPr/>
          <p:nvPr/>
        </p:nvSpPr>
        <p:spPr>
          <a:xfrm>
            <a:off x="6588135" y="4015038"/>
            <a:ext cx="1276090" cy="3395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3.7.T:Agrupar por año y mes, contar matriculaciones 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281E0D30-5D19-74A6-AB2A-0A3BE3ADD3BB}"/>
              </a:ext>
            </a:extLst>
          </p:cNvPr>
          <p:cNvSpPr/>
          <p:nvPr/>
        </p:nvSpPr>
        <p:spPr>
          <a:xfrm>
            <a:off x="6588135" y="4394352"/>
            <a:ext cx="1276087" cy="2427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3.8.T:Conversión a serie temporal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8F5387FA-CD10-43CF-65BF-9FD613069073}"/>
              </a:ext>
            </a:extLst>
          </p:cNvPr>
          <p:cNvSpPr/>
          <p:nvPr/>
        </p:nvSpPr>
        <p:spPr>
          <a:xfrm>
            <a:off x="6606390" y="3179636"/>
            <a:ext cx="1257831" cy="2427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3.4.T:Exploración de datos</a:t>
            </a:r>
          </a:p>
        </p:txBody>
      </p:sp>
      <p:sp>
        <p:nvSpPr>
          <p:cNvPr id="162" name="Cilindro 1">
            <a:extLst>
              <a:ext uri="{FF2B5EF4-FFF2-40B4-BE49-F238E27FC236}">
                <a16:creationId xmlns:a16="http://schemas.microsoft.com/office/drawing/2014/main" id="{C34265A8-3060-F571-D6F9-96AC7284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173" y="602642"/>
            <a:ext cx="797067" cy="605817"/>
          </a:xfrm>
          <a:prstGeom prst="can">
            <a:avLst>
              <a:gd name="adj" fmla="val 25000"/>
            </a:avLst>
          </a:prstGeom>
          <a:solidFill>
            <a:srgbClr val="7F7F7F"/>
          </a:solidFill>
          <a:ln w="12700">
            <a:solidFill>
              <a:srgbClr val="7F7F7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6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Matriculaciones diarias de vehículos en España- DGT</a:t>
            </a:r>
          </a:p>
        </p:txBody>
      </p:sp>
      <p:pic>
        <p:nvPicPr>
          <p:cNvPr id="163" name="Imagen 162" descr="Señal de dirección&#10;&#10;El contenido generado por IA puede ser incorrecto.">
            <a:extLst>
              <a:ext uri="{FF2B5EF4-FFF2-40B4-BE49-F238E27FC236}">
                <a16:creationId xmlns:a16="http://schemas.microsoft.com/office/drawing/2014/main" id="{FBB7E7D1-2C4D-F018-B3C2-D02A122E49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694" y="1073081"/>
            <a:ext cx="189732" cy="185078"/>
          </a:xfrm>
          <a:prstGeom prst="rect">
            <a:avLst/>
          </a:prstGeom>
        </p:spPr>
      </p:pic>
      <p:pic>
        <p:nvPicPr>
          <p:cNvPr id="166" name="Imagen 165" descr="Carpeta zip - Iconos gratis de archivos y carpetas">
            <a:extLst>
              <a:ext uri="{FF2B5EF4-FFF2-40B4-BE49-F238E27FC236}">
                <a16:creationId xmlns:a16="http://schemas.microsoft.com/office/drawing/2014/main" id="{51AB6A49-763C-1FAE-54F3-7C9AA94002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336" y="1121593"/>
            <a:ext cx="199232" cy="199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7184C2CA-15DC-8531-7688-D79AD95190AF}"/>
              </a:ext>
            </a:extLst>
          </p:cNvPr>
          <p:cNvCxnSpPr>
            <a:cxnSpLocks/>
          </p:cNvCxnSpPr>
          <p:nvPr/>
        </p:nvCxnSpPr>
        <p:spPr>
          <a:xfrm flipH="1">
            <a:off x="3411579" y="1212711"/>
            <a:ext cx="18481" cy="197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mbo 171">
            <a:extLst>
              <a:ext uri="{FF2B5EF4-FFF2-40B4-BE49-F238E27FC236}">
                <a16:creationId xmlns:a16="http://schemas.microsoft.com/office/drawing/2014/main" id="{EC0FB418-0FD7-C0C3-5FBA-8814C8CB7E4B}"/>
              </a:ext>
            </a:extLst>
          </p:cNvPr>
          <p:cNvSpPr/>
          <p:nvPr/>
        </p:nvSpPr>
        <p:spPr>
          <a:xfrm>
            <a:off x="3188986" y="1918421"/>
            <a:ext cx="456341" cy="386325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99F9A89F-49FC-6B57-1D6A-B29CF4278353}"/>
              </a:ext>
            </a:extLst>
          </p:cNvPr>
          <p:cNvSpPr txBox="1"/>
          <p:nvPr/>
        </p:nvSpPr>
        <p:spPr>
          <a:xfrm>
            <a:off x="3222360" y="2005618"/>
            <a:ext cx="4737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" b="1" dirty="0"/>
              <a:t>Descarga en Excel</a:t>
            </a:r>
          </a:p>
        </p:txBody>
      </p:sp>
      <p:pic>
        <p:nvPicPr>
          <p:cNvPr id="184" name="Imagen 183" descr="Excel Logo, symbol, meaning, history, PNG, brand">
            <a:extLst>
              <a:ext uri="{FF2B5EF4-FFF2-40B4-BE49-F238E27FC236}">
                <a16:creationId xmlns:a16="http://schemas.microsoft.com/office/drawing/2014/main" id="{781CCB59-CD0D-D046-072E-8AC7E81FD60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4284" b="-10490"/>
          <a:stretch>
            <a:fillRect/>
          </a:stretch>
        </p:blipFill>
        <p:spPr bwMode="auto">
          <a:xfrm>
            <a:off x="5380170" y="2272931"/>
            <a:ext cx="102599" cy="104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5" name="Imagen 184" descr="Excel Logo, symbol, meaning, history, PNG, brand">
            <a:extLst>
              <a:ext uri="{FF2B5EF4-FFF2-40B4-BE49-F238E27FC236}">
                <a16:creationId xmlns:a16="http://schemas.microsoft.com/office/drawing/2014/main" id="{6861AB57-F654-2AAB-69EB-E486130AE1A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4284" b="-10490"/>
          <a:stretch>
            <a:fillRect/>
          </a:stretch>
        </p:blipFill>
        <p:spPr bwMode="auto">
          <a:xfrm>
            <a:off x="5489722" y="2276326"/>
            <a:ext cx="102599" cy="104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6" name="Imagen 185" descr="Excel Logo, symbol, meaning, history, PNG, brand">
            <a:extLst>
              <a:ext uri="{FF2B5EF4-FFF2-40B4-BE49-F238E27FC236}">
                <a16:creationId xmlns:a16="http://schemas.microsoft.com/office/drawing/2014/main" id="{7E656B4C-87C6-AFE4-8390-3CD2A1AF1F6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4284" b="-10490"/>
          <a:stretch>
            <a:fillRect/>
          </a:stretch>
        </p:blipFill>
        <p:spPr bwMode="auto">
          <a:xfrm>
            <a:off x="3456143" y="2215575"/>
            <a:ext cx="102599" cy="104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7" name="Imagen 186" descr="Excel Logo, symbol, meaning, history, PNG, brand">
            <a:extLst>
              <a:ext uri="{FF2B5EF4-FFF2-40B4-BE49-F238E27FC236}">
                <a16:creationId xmlns:a16="http://schemas.microsoft.com/office/drawing/2014/main" id="{3889C31C-FF9E-291A-4F51-6576B7FB97F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4284" b="-10490"/>
          <a:stretch>
            <a:fillRect/>
          </a:stretch>
        </p:blipFill>
        <p:spPr bwMode="auto">
          <a:xfrm>
            <a:off x="5273368" y="2277447"/>
            <a:ext cx="102599" cy="1048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8" name="CuadroTexto 197">
            <a:extLst>
              <a:ext uri="{FF2B5EF4-FFF2-40B4-BE49-F238E27FC236}">
                <a16:creationId xmlns:a16="http://schemas.microsoft.com/office/drawing/2014/main" id="{AE5C0AF4-FEEB-A2A9-1C76-08E3C611D057}"/>
              </a:ext>
            </a:extLst>
          </p:cNvPr>
          <p:cNvSpPr txBox="1"/>
          <p:nvPr/>
        </p:nvSpPr>
        <p:spPr>
          <a:xfrm>
            <a:off x="3828748" y="637979"/>
            <a:ext cx="607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/>
              <a:t>30 ficheros por mes: 6000 </a:t>
            </a:r>
            <a:r>
              <a:rPr lang="es-ES" sz="500" dirty="0" err="1"/>
              <a:t>obs</a:t>
            </a:r>
            <a:r>
              <a:rPr lang="es-ES" sz="500" dirty="0"/>
              <a:t> </a:t>
            </a:r>
            <a:r>
              <a:rPr lang="es-ES" sz="500" dirty="0" err="1"/>
              <a:t>aprox</a:t>
            </a:r>
            <a:r>
              <a:rPr lang="es-ES" sz="500" dirty="0"/>
              <a:t>: 180.000 </a:t>
            </a:r>
            <a:r>
              <a:rPr lang="es-ES" sz="500" dirty="0" err="1"/>
              <a:t>obs</a:t>
            </a:r>
            <a:r>
              <a:rPr lang="es-ES" sz="500" dirty="0"/>
              <a:t> por mes</a:t>
            </a:r>
          </a:p>
        </p:txBody>
      </p:sp>
      <p:sp>
        <p:nvSpPr>
          <p:cNvPr id="201" name="Rectángulo: esquinas redondeadas 200">
            <a:extLst>
              <a:ext uri="{FF2B5EF4-FFF2-40B4-BE49-F238E27FC236}">
                <a16:creationId xmlns:a16="http://schemas.microsoft.com/office/drawing/2014/main" id="{02FCEA89-DA19-38EB-F230-501072B97202}"/>
              </a:ext>
            </a:extLst>
          </p:cNvPr>
          <p:cNvSpPr/>
          <p:nvPr/>
        </p:nvSpPr>
        <p:spPr>
          <a:xfrm>
            <a:off x="2741063" y="3240483"/>
            <a:ext cx="989828" cy="2406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2.1.T:Delimitar texto por ancho.</a:t>
            </a:r>
          </a:p>
        </p:txBody>
      </p:sp>
      <p:sp>
        <p:nvSpPr>
          <p:cNvPr id="202" name="Rectángulo: esquinas redondeadas 201">
            <a:extLst>
              <a:ext uri="{FF2B5EF4-FFF2-40B4-BE49-F238E27FC236}">
                <a16:creationId xmlns:a16="http://schemas.microsoft.com/office/drawing/2014/main" id="{CDB62F5F-29F3-C388-3D75-51A261836C92}"/>
              </a:ext>
            </a:extLst>
          </p:cNvPr>
          <p:cNvSpPr/>
          <p:nvPr/>
        </p:nvSpPr>
        <p:spPr>
          <a:xfrm>
            <a:off x="2738325" y="3600538"/>
            <a:ext cx="1027225" cy="5620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2.2.T: Eliminación de columnas irrelevantes, renombrar columnas y borrar “0001”</a:t>
            </a:r>
          </a:p>
        </p:txBody>
      </p:sp>
      <p:sp>
        <p:nvSpPr>
          <p:cNvPr id="203" name="Rectángulo: esquinas redondeadas 202">
            <a:extLst>
              <a:ext uri="{FF2B5EF4-FFF2-40B4-BE49-F238E27FC236}">
                <a16:creationId xmlns:a16="http://schemas.microsoft.com/office/drawing/2014/main" id="{3D013B2A-CFCC-55F7-8CD6-8A84E81795F9}"/>
              </a:ext>
            </a:extLst>
          </p:cNvPr>
          <p:cNvSpPr/>
          <p:nvPr/>
        </p:nvSpPr>
        <p:spPr>
          <a:xfrm>
            <a:off x="2744974" y="4205694"/>
            <a:ext cx="1018593" cy="4314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2.3.T:Creación de columna </a:t>
            </a:r>
            <a:r>
              <a:rPr lang="es-ES" sz="600" b="1" dirty="0">
                <a:solidFill>
                  <a:schemeClr val="tx1"/>
                </a:solidFill>
              </a:rPr>
              <a:t>“Día de registro de matriculación” </a:t>
            </a:r>
          </a:p>
        </p:txBody>
      </p:sp>
      <p:cxnSp>
        <p:nvCxnSpPr>
          <p:cNvPr id="207" name="Conector: angular 206">
            <a:extLst>
              <a:ext uri="{FF2B5EF4-FFF2-40B4-BE49-F238E27FC236}">
                <a16:creationId xmlns:a16="http://schemas.microsoft.com/office/drawing/2014/main" id="{44D13901-373D-62C3-C158-C6C62B59F174}"/>
              </a:ext>
            </a:extLst>
          </p:cNvPr>
          <p:cNvCxnSpPr>
            <a:cxnSpLocks/>
            <a:stCxn id="203" idx="3"/>
          </p:cNvCxnSpPr>
          <p:nvPr/>
        </p:nvCxnSpPr>
        <p:spPr>
          <a:xfrm flipV="1">
            <a:off x="3763567" y="3005653"/>
            <a:ext cx="37810" cy="14157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ángulo: esquinas redondeadas 215">
            <a:extLst>
              <a:ext uri="{FF2B5EF4-FFF2-40B4-BE49-F238E27FC236}">
                <a16:creationId xmlns:a16="http://schemas.microsoft.com/office/drawing/2014/main" id="{9992BDE5-AEA7-4721-0670-9381C26544A1}"/>
              </a:ext>
            </a:extLst>
          </p:cNvPr>
          <p:cNvSpPr/>
          <p:nvPr/>
        </p:nvSpPr>
        <p:spPr>
          <a:xfrm>
            <a:off x="3532666" y="2769396"/>
            <a:ext cx="963142" cy="2427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2.1.E:Fijar encabezados</a:t>
            </a:r>
          </a:p>
        </p:txBody>
      </p:sp>
      <p:sp>
        <p:nvSpPr>
          <p:cNvPr id="218" name="Rectángulo: esquinas redondeadas 217">
            <a:extLst>
              <a:ext uri="{FF2B5EF4-FFF2-40B4-BE49-F238E27FC236}">
                <a16:creationId xmlns:a16="http://schemas.microsoft.com/office/drawing/2014/main" id="{455BCB0B-A614-8CCC-F8F8-C0534B55A6B7}"/>
              </a:ext>
            </a:extLst>
          </p:cNvPr>
          <p:cNvSpPr/>
          <p:nvPr/>
        </p:nvSpPr>
        <p:spPr>
          <a:xfrm>
            <a:off x="3538891" y="2409825"/>
            <a:ext cx="955737" cy="3335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2.2.E:Depuración del formato del texto</a:t>
            </a:r>
          </a:p>
        </p:txBody>
      </p:sp>
      <p:pic>
        <p:nvPicPr>
          <p:cNvPr id="219" name="Imagen 218" descr="Power Query Fundamentals Course - Exceed">
            <a:extLst>
              <a:ext uri="{FF2B5EF4-FFF2-40B4-BE49-F238E27FC236}">
                <a16:creationId xmlns:a16="http://schemas.microsoft.com/office/drawing/2014/main" id="{CA582503-733F-BB20-1AD9-326D5EAADE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192" y="3033902"/>
            <a:ext cx="420909" cy="15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Imagen 219" descr="Excel Logo, symbol, meaning, history, PNG, brand">
            <a:extLst>
              <a:ext uri="{FF2B5EF4-FFF2-40B4-BE49-F238E27FC236}">
                <a16:creationId xmlns:a16="http://schemas.microsoft.com/office/drawing/2014/main" id="{B23656F1-1D3E-EEC6-A915-58EDC06E9C3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/>
          <a:stretch>
            <a:fillRect/>
          </a:stretch>
        </p:blipFill>
        <p:spPr bwMode="auto">
          <a:xfrm>
            <a:off x="2512098" y="3270878"/>
            <a:ext cx="219716" cy="1672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36" name="Conector: angular 235">
            <a:extLst>
              <a:ext uri="{FF2B5EF4-FFF2-40B4-BE49-F238E27FC236}">
                <a16:creationId xmlns:a16="http://schemas.microsoft.com/office/drawing/2014/main" id="{AF18BA0D-3921-AF0F-EC34-CD18256F836F}"/>
              </a:ext>
            </a:extLst>
          </p:cNvPr>
          <p:cNvCxnSpPr>
            <a:cxnSpLocks/>
            <a:stCxn id="218" idx="0"/>
          </p:cNvCxnSpPr>
          <p:nvPr/>
        </p:nvCxnSpPr>
        <p:spPr>
          <a:xfrm rot="16200000" flipH="1">
            <a:off x="3780285" y="2646300"/>
            <a:ext cx="1040464" cy="567515"/>
          </a:xfrm>
          <a:prstGeom prst="bentConnector3">
            <a:avLst>
              <a:gd name="adj1" fmla="val -219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ángulo: esquinas redondeadas 246">
            <a:extLst>
              <a:ext uri="{FF2B5EF4-FFF2-40B4-BE49-F238E27FC236}">
                <a16:creationId xmlns:a16="http://schemas.microsoft.com/office/drawing/2014/main" id="{047B7F4F-1C1C-576C-99EB-C650A56C778E}"/>
              </a:ext>
            </a:extLst>
          </p:cNvPr>
          <p:cNvSpPr/>
          <p:nvPr/>
        </p:nvSpPr>
        <p:spPr>
          <a:xfrm>
            <a:off x="3911600" y="3474672"/>
            <a:ext cx="934651" cy="2922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2.4.T:Exploración de datos</a:t>
            </a:r>
          </a:p>
        </p:txBody>
      </p:sp>
      <p:pic>
        <p:nvPicPr>
          <p:cNvPr id="248" name="Imagen 247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77A1859B-1CDC-16A9-5EDF-E27EF928BF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619" y="3312606"/>
            <a:ext cx="143811" cy="14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Rectángulo: esquinas redondeadas 248">
            <a:extLst>
              <a:ext uri="{FF2B5EF4-FFF2-40B4-BE49-F238E27FC236}">
                <a16:creationId xmlns:a16="http://schemas.microsoft.com/office/drawing/2014/main" id="{C0983760-6D18-3BF1-80E6-61D2B1C65CB5}"/>
              </a:ext>
            </a:extLst>
          </p:cNvPr>
          <p:cNvSpPr/>
          <p:nvPr/>
        </p:nvSpPr>
        <p:spPr>
          <a:xfrm>
            <a:off x="3924611" y="3789736"/>
            <a:ext cx="909856" cy="532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2.5.T:Agrupar por año y mes, contar matriculaciones </a:t>
            </a:r>
          </a:p>
        </p:txBody>
      </p:sp>
      <p:sp>
        <p:nvSpPr>
          <p:cNvPr id="250" name="Rectángulo: esquinas redondeadas 249">
            <a:extLst>
              <a:ext uri="{FF2B5EF4-FFF2-40B4-BE49-F238E27FC236}">
                <a16:creationId xmlns:a16="http://schemas.microsoft.com/office/drawing/2014/main" id="{D35C3CBA-AF6F-CBBB-F632-435800290ACE}"/>
              </a:ext>
            </a:extLst>
          </p:cNvPr>
          <p:cNvSpPr/>
          <p:nvPr/>
        </p:nvSpPr>
        <p:spPr>
          <a:xfrm>
            <a:off x="3924611" y="4347813"/>
            <a:ext cx="918612" cy="28932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dirty="0">
                <a:solidFill>
                  <a:schemeClr val="tx1"/>
                </a:solidFill>
              </a:rPr>
              <a:t>2.6.T:Conversión a serie temporal</a:t>
            </a:r>
          </a:p>
        </p:txBody>
      </p:sp>
      <p:cxnSp>
        <p:nvCxnSpPr>
          <p:cNvPr id="258" name="Conector recto de flecha 257">
            <a:extLst>
              <a:ext uri="{FF2B5EF4-FFF2-40B4-BE49-F238E27FC236}">
                <a16:creationId xmlns:a16="http://schemas.microsoft.com/office/drawing/2014/main" id="{D8D6B695-6032-6EFC-8547-ADA6E0D88A45}"/>
              </a:ext>
            </a:extLst>
          </p:cNvPr>
          <p:cNvCxnSpPr>
            <a:cxnSpLocks/>
            <a:stCxn id="250" idx="2"/>
            <a:endCxn id="263" idx="0"/>
          </p:cNvCxnSpPr>
          <p:nvPr/>
        </p:nvCxnSpPr>
        <p:spPr>
          <a:xfrm>
            <a:off x="4383917" y="4637142"/>
            <a:ext cx="1265" cy="520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ectángulo: esquinas redondeadas 262">
            <a:extLst>
              <a:ext uri="{FF2B5EF4-FFF2-40B4-BE49-F238E27FC236}">
                <a16:creationId xmlns:a16="http://schemas.microsoft.com/office/drawing/2014/main" id="{038703B7-CE8D-A484-4B39-365B7C8B2E01}"/>
              </a:ext>
            </a:extLst>
          </p:cNvPr>
          <p:cNvSpPr/>
          <p:nvPr/>
        </p:nvSpPr>
        <p:spPr>
          <a:xfrm>
            <a:off x="3810970" y="5157978"/>
            <a:ext cx="1148424" cy="31025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2.1.A:Visualización de la serie sin diferenciar y diferenciada</a:t>
            </a:r>
          </a:p>
        </p:txBody>
      </p:sp>
      <p:sp>
        <p:nvSpPr>
          <p:cNvPr id="266" name="Rectángulo: esquinas redondeadas 265">
            <a:extLst>
              <a:ext uri="{FF2B5EF4-FFF2-40B4-BE49-F238E27FC236}">
                <a16:creationId xmlns:a16="http://schemas.microsoft.com/office/drawing/2014/main" id="{5C3EBAFF-EF26-E8E0-9FB8-C75A79921A50}"/>
              </a:ext>
            </a:extLst>
          </p:cNvPr>
          <p:cNvSpPr/>
          <p:nvPr/>
        </p:nvSpPr>
        <p:spPr>
          <a:xfrm>
            <a:off x="3823935" y="5536403"/>
            <a:ext cx="1136116" cy="3687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00" dirty="0">
                <a:solidFill>
                  <a:schemeClr val="tx1"/>
                </a:solidFill>
              </a:rPr>
              <a:t>2</a:t>
            </a:r>
            <a:r>
              <a:rPr lang="es-ES" sz="500">
                <a:solidFill>
                  <a:schemeClr val="tx1"/>
                </a:solidFill>
              </a:rPr>
              <a:t>.3</a:t>
            </a:r>
            <a:r>
              <a:rPr lang="es-ES" sz="500" dirty="0">
                <a:solidFill>
                  <a:schemeClr val="tx1"/>
                </a:solidFill>
              </a:rPr>
              <a:t>.A:Análisis de componentes de la serie (Tendencia + Estacionalidad…)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382D8FE-EE30-DB0F-A0C0-0D951336A5B1}"/>
              </a:ext>
            </a:extLst>
          </p:cNvPr>
          <p:cNvCxnSpPr>
            <a:cxnSpLocks/>
            <a:stCxn id="266" idx="3"/>
            <a:endCxn id="211" idx="1"/>
          </p:cNvCxnSpPr>
          <p:nvPr/>
        </p:nvCxnSpPr>
        <p:spPr>
          <a:xfrm>
            <a:off x="4960051" y="5720780"/>
            <a:ext cx="1727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91A8221-EE37-E52A-841F-E10DCB7F7055}"/>
              </a:ext>
            </a:extLst>
          </p:cNvPr>
          <p:cNvCxnSpPr>
            <a:cxnSpLocks/>
          </p:cNvCxnSpPr>
          <p:nvPr/>
        </p:nvCxnSpPr>
        <p:spPr>
          <a:xfrm flipV="1">
            <a:off x="4374790" y="4811977"/>
            <a:ext cx="2851389" cy="560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CB3BFB36-89BA-75E2-0914-734DCB8D6E7D}"/>
              </a:ext>
            </a:extLst>
          </p:cNvPr>
          <p:cNvCxnSpPr>
            <a:cxnSpLocks/>
          </p:cNvCxnSpPr>
          <p:nvPr/>
        </p:nvCxnSpPr>
        <p:spPr>
          <a:xfrm>
            <a:off x="4965786" y="5201315"/>
            <a:ext cx="150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mbo 105">
            <a:extLst>
              <a:ext uri="{FF2B5EF4-FFF2-40B4-BE49-F238E27FC236}">
                <a16:creationId xmlns:a16="http://schemas.microsoft.com/office/drawing/2014/main" id="{F24F1FD6-7FFA-CAE6-7448-F1B5A7631763}"/>
              </a:ext>
            </a:extLst>
          </p:cNvPr>
          <p:cNvSpPr/>
          <p:nvPr/>
        </p:nvSpPr>
        <p:spPr>
          <a:xfrm>
            <a:off x="5119448" y="4666813"/>
            <a:ext cx="654142" cy="295929"/>
          </a:xfrm>
          <a:prstGeom prst="diamond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400" dirty="0"/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6E802390-4E3F-E2EC-684D-9C2C61B399DC}"/>
              </a:ext>
            </a:extLst>
          </p:cNvPr>
          <p:cNvSpPr txBox="1"/>
          <p:nvPr/>
        </p:nvSpPr>
        <p:spPr>
          <a:xfrm>
            <a:off x="5110644" y="4737834"/>
            <a:ext cx="69444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" dirty="0"/>
              <a:t>¿Estacionario?</a:t>
            </a:r>
          </a:p>
        </p:txBody>
      </p:sp>
      <p:cxnSp>
        <p:nvCxnSpPr>
          <p:cNvPr id="206" name="Conector: angular 205">
            <a:extLst>
              <a:ext uri="{FF2B5EF4-FFF2-40B4-BE49-F238E27FC236}">
                <a16:creationId xmlns:a16="http://schemas.microsoft.com/office/drawing/2014/main" id="{EEB8BC86-E944-5A05-A39B-75A15BDCFB3C}"/>
              </a:ext>
            </a:extLst>
          </p:cNvPr>
          <p:cNvCxnSpPr>
            <a:cxnSpLocks/>
            <a:stCxn id="106" idx="2"/>
            <a:endCxn id="267" idx="1"/>
          </p:cNvCxnSpPr>
          <p:nvPr/>
        </p:nvCxnSpPr>
        <p:spPr>
          <a:xfrm rot="16200000" flipH="1">
            <a:off x="5595340" y="4813920"/>
            <a:ext cx="63286" cy="3609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62D823A2-848F-D8F1-342B-1BB48467527D}"/>
              </a:ext>
            </a:extLst>
          </p:cNvPr>
          <p:cNvSpPr txBox="1"/>
          <p:nvPr/>
        </p:nvSpPr>
        <p:spPr>
          <a:xfrm>
            <a:off x="5471721" y="4907779"/>
            <a:ext cx="3033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" dirty="0"/>
              <a:t>NO</a:t>
            </a:r>
          </a:p>
        </p:txBody>
      </p:sp>
      <p:sp>
        <p:nvSpPr>
          <p:cNvPr id="255" name="Rectángulo 254">
            <a:extLst>
              <a:ext uri="{FF2B5EF4-FFF2-40B4-BE49-F238E27FC236}">
                <a16:creationId xmlns:a16="http://schemas.microsoft.com/office/drawing/2014/main" id="{D8EBC33F-F92B-EB63-9F84-BAD83F4460D5}"/>
              </a:ext>
            </a:extLst>
          </p:cNvPr>
          <p:cNvSpPr/>
          <p:nvPr/>
        </p:nvSpPr>
        <p:spPr>
          <a:xfrm>
            <a:off x="5820964" y="4971609"/>
            <a:ext cx="394496" cy="102041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" dirty="0">
              <a:solidFill>
                <a:schemeClr val="tx1"/>
              </a:solidFill>
            </a:endParaRPr>
          </a:p>
        </p:txBody>
      </p:sp>
      <p:cxnSp>
        <p:nvCxnSpPr>
          <p:cNvPr id="262" name="Conector: angular 261">
            <a:extLst>
              <a:ext uri="{FF2B5EF4-FFF2-40B4-BE49-F238E27FC236}">
                <a16:creationId xmlns:a16="http://schemas.microsoft.com/office/drawing/2014/main" id="{D6414791-1372-D289-4831-F6278E2C27E1}"/>
              </a:ext>
            </a:extLst>
          </p:cNvPr>
          <p:cNvCxnSpPr>
            <a:cxnSpLocks/>
            <a:stCxn id="255" idx="3"/>
            <a:endCxn id="106" idx="0"/>
          </p:cNvCxnSpPr>
          <p:nvPr/>
        </p:nvCxnSpPr>
        <p:spPr>
          <a:xfrm flipH="1" flipV="1">
            <a:off x="5446519" y="4666813"/>
            <a:ext cx="768941" cy="355817"/>
          </a:xfrm>
          <a:prstGeom prst="bentConnector4">
            <a:avLst>
              <a:gd name="adj1" fmla="val -29729"/>
              <a:gd name="adj2" fmla="val 1026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DD709D50-4E81-CCAA-543B-6852043A7F29}"/>
              </a:ext>
            </a:extLst>
          </p:cNvPr>
          <p:cNvSpPr txBox="1"/>
          <p:nvPr/>
        </p:nvSpPr>
        <p:spPr>
          <a:xfrm>
            <a:off x="5807448" y="4956778"/>
            <a:ext cx="438752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" dirty="0"/>
              <a:t>Diferenciación</a:t>
            </a:r>
          </a:p>
        </p:txBody>
      </p:sp>
      <p:cxnSp>
        <p:nvCxnSpPr>
          <p:cNvPr id="293" name="Conector recto de flecha 292">
            <a:extLst>
              <a:ext uri="{FF2B5EF4-FFF2-40B4-BE49-F238E27FC236}">
                <a16:creationId xmlns:a16="http://schemas.microsoft.com/office/drawing/2014/main" id="{1D88C61F-0E98-85FF-78C0-B4901C3BFE71}"/>
              </a:ext>
            </a:extLst>
          </p:cNvPr>
          <p:cNvCxnSpPr>
            <a:cxnSpLocks/>
          </p:cNvCxnSpPr>
          <p:nvPr/>
        </p:nvCxnSpPr>
        <p:spPr>
          <a:xfrm>
            <a:off x="4371790" y="5890964"/>
            <a:ext cx="3223" cy="27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Cilindro 293">
            <a:extLst>
              <a:ext uri="{FF2B5EF4-FFF2-40B4-BE49-F238E27FC236}">
                <a16:creationId xmlns:a16="http://schemas.microsoft.com/office/drawing/2014/main" id="{78083ECB-A81F-0F96-2003-798BC05588ED}"/>
              </a:ext>
            </a:extLst>
          </p:cNvPr>
          <p:cNvSpPr/>
          <p:nvPr/>
        </p:nvSpPr>
        <p:spPr>
          <a:xfrm>
            <a:off x="4091359" y="6194553"/>
            <a:ext cx="561921" cy="409447"/>
          </a:xfrm>
          <a:prstGeom prst="can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DIARIO</a:t>
            </a:r>
            <a:endParaRPr lang="es-ES" sz="500" dirty="0"/>
          </a:p>
        </p:txBody>
      </p:sp>
      <p:sp>
        <p:nvSpPr>
          <p:cNvPr id="27" name="Abrir llave 26">
            <a:extLst>
              <a:ext uri="{FF2B5EF4-FFF2-40B4-BE49-F238E27FC236}">
                <a16:creationId xmlns:a16="http://schemas.microsoft.com/office/drawing/2014/main" id="{3A7E2AD8-519B-A8B1-760A-CD08F30CF4DE}"/>
              </a:ext>
            </a:extLst>
          </p:cNvPr>
          <p:cNvSpPr/>
          <p:nvPr/>
        </p:nvSpPr>
        <p:spPr>
          <a:xfrm rot="5400000">
            <a:off x="7201309" y="5373650"/>
            <a:ext cx="115998" cy="20218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ilindro 40">
            <a:extLst>
              <a:ext uri="{FF2B5EF4-FFF2-40B4-BE49-F238E27FC236}">
                <a16:creationId xmlns:a16="http://schemas.microsoft.com/office/drawing/2014/main" id="{4D4EAF7F-8450-FC56-A67E-F802A3F2A2EF}"/>
              </a:ext>
            </a:extLst>
          </p:cNvPr>
          <p:cNvSpPr/>
          <p:nvPr/>
        </p:nvSpPr>
        <p:spPr>
          <a:xfrm>
            <a:off x="6248580" y="6413894"/>
            <a:ext cx="579783" cy="367906"/>
          </a:xfrm>
          <a:prstGeom prst="can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/>
              <a:t>MENSUAL</a:t>
            </a:r>
          </a:p>
        </p:txBody>
      </p:sp>
      <p:sp>
        <p:nvSpPr>
          <p:cNvPr id="69" name="Cilindro 68">
            <a:extLst>
              <a:ext uri="{FF2B5EF4-FFF2-40B4-BE49-F238E27FC236}">
                <a16:creationId xmlns:a16="http://schemas.microsoft.com/office/drawing/2014/main" id="{DF3936E9-50D2-8B47-231D-1C1C9A2F8243}"/>
              </a:ext>
            </a:extLst>
          </p:cNvPr>
          <p:cNvSpPr/>
          <p:nvPr/>
        </p:nvSpPr>
        <p:spPr>
          <a:xfrm>
            <a:off x="6978115" y="6415331"/>
            <a:ext cx="557217" cy="374936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MARCA</a:t>
            </a:r>
            <a:endParaRPr lang="es-ES" sz="700" dirty="0"/>
          </a:p>
        </p:txBody>
      </p:sp>
      <p:sp>
        <p:nvSpPr>
          <p:cNvPr id="73" name="Cilindro 72">
            <a:extLst>
              <a:ext uri="{FF2B5EF4-FFF2-40B4-BE49-F238E27FC236}">
                <a16:creationId xmlns:a16="http://schemas.microsoft.com/office/drawing/2014/main" id="{0F7A402B-5F87-A3AA-1217-5842BB4DD9F5}"/>
              </a:ext>
            </a:extLst>
          </p:cNvPr>
          <p:cNvSpPr/>
          <p:nvPr/>
        </p:nvSpPr>
        <p:spPr>
          <a:xfrm>
            <a:off x="7698140" y="6408814"/>
            <a:ext cx="548393" cy="377219"/>
          </a:xfrm>
          <a:prstGeom prst="can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dirty="0"/>
              <a:t>MARCA Y LUGAR</a:t>
            </a: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09DDF44F-F2E6-D6F8-B334-C4CDFF2A43C2}"/>
              </a:ext>
            </a:extLst>
          </p:cNvPr>
          <p:cNvSpPr/>
          <p:nvPr/>
        </p:nvSpPr>
        <p:spPr>
          <a:xfrm>
            <a:off x="10514710" y="6248400"/>
            <a:ext cx="1561445" cy="216076"/>
          </a:xfrm>
          <a:prstGeom prst="roundRect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Datos web</a:t>
            </a:r>
          </a:p>
        </p:txBody>
      </p: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6F0A54B8-C399-7CA2-86F7-E0F40F37FE56}"/>
              </a:ext>
            </a:extLst>
          </p:cNvPr>
          <p:cNvSpPr/>
          <p:nvPr/>
        </p:nvSpPr>
        <p:spPr>
          <a:xfrm>
            <a:off x="10514204" y="6513926"/>
            <a:ext cx="1561445" cy="2160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Datos predicción</a:t>
            </a:r>
          </a:p>
        </p:txBody>
      </p:sp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602139D2-D747-5D1C-6A56-BB43DAC657AA}"/>
              </a:ext>
            </a:extLst>
          </p:cNvPr>
          <p:cNvSpPr/>
          <p:nvPr/>
        </p:nvSpPr>
        <p:spPr>
          <a:xfrm>
            <a:off x="10514710" y="6009530"/>
            <a:ext cx="1561445" cy="21607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Datos Contextualización</a:t>
            </a:r>
          </a:p>
        </p:txBody>
      </p:sp>
    </p:spTree>
    <p:extLst>
      <p:ext uri="{BB962C8B-B14F-4D97-AF65-F5344CB8AC3E}">
        <p14:creationId xmlns:p14="http://schemas.microsoft.com/office/powerpoint/2010/main" val="1903000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787</Words>
  <Application>Microsoft Office PowerPoint</Application>
  <PresentationFormat>Panorámica</PresentationFormat>
  <Paragraphs>119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Gragera Flórez</dc:creator>
  <cp:lastModifiedBy>Rodrigo Gragera Flórez</cp:lastModifiedBy>
  <cp:revision>4</cp:revision>
  <dcterms:created xsi:type="dcterms:W3CDTF">2026-02-26T17:18:35Z</dcterms:created>
  <dcterms:modified xsi:type="dcterms:W3CDTF">2026-03-27T10:32:36Z</dcterms:modified>
</cp:coreProperties>
</file>