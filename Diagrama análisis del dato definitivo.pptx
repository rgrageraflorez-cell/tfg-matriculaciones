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89E976-3538-4279-8304-BD610DA0C36F}" v="30" dt="2026-04-04T04:47:08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Gragera Flórez" userId="410f45afc5bf3d43" providerId="LiveId" clId="{E7DAD98C-C64D-43C3-93DE-A5CE1381A560}"/>
    <pc:docChg chg="undo custSel addSld delSld modSld">
      <pc:chgData name="Rodrigo Gragera Flórez" userId="410f45afc5bf3d43" providerId="LiveId" clId="{E7DAD98C-C64D-43C3-93DE-A5CE1381A560}" dt="2026-04-04T04:48:29.987" v="7766" actId="14100"/>
      <pc:docMkLst>
        <pc:docMk/>
      </pc:docMkLst>
      <pc:sldChg chg="addSp delSp modSp add mod">
        <pc:chgData name="Rodrigo Gragera Flórez" userId="410f45afc5bf3d43" providerId="LiveId" clId="{E7DAD98C-C64D-43C3-93DE-A5CE1381A560}" dt="2026-04-04T04:48:29.987" v="7766" actId="14100"/>
        <pc:sldMkLst>
          <pc:docMk/>
          <pc:sldMk cId="2237013090" sldId="259"/>
        </pc:sldMkLst>
        <pc:spChg chg="add mod">
          <ac:chgData name="Rodrigo Gragera Flórez" userId="410f45afc5bf3d43" providerId="LiveId" clId="{E7DAD98C-C64D-43C3-93DE-A5CE1381A560}" dt="2026-04-04T04:31:35.025" v="7188" actId="1076"/>
          <ac:spMkLst>
            <pc:docMk/>
            <pc:sldMk cId="2237013090" sldId="259"/>
            <ac:spMk id="2" creationId="{4705A627-29A2-732D-8F0F-26581DE99610}"/>
          </ac:spMkLst>
        </pc:spChg>
        <pc:spChg chg="mod">
          <ac:chgData name="Rodrigo Gragera Flórez" userId="410f45afc5bf3d43" providerId="LiveId" clId="{E7DAD98C-C64D-43C3-93DE-A5CE1381A560}" dt="2026-03-25T17:34:14.393" v="6288" actId="1076"/>
          <ac:spMkLst>
            <pc:docMk/>
            <pc:sldMk cId="2237013090" sldId="259"/>
            <ac:spMk id="5" creationId="{BCB68DAB-57D3-4C66-D655-15DF7A70ED85}"/>
          </ac:spMkLst>
        </pc:spChg>
        <pc:spChg chg="mod ord">
          <ac:chgData name="Rodrigo Gragera Flórez" userId="410f45afc5bf3d43" providerId="LiveId" clId="{E7DAD98C-C64D-43C3-93DE-A5CE1381A560}" dt="2026-04-04T04:47:20.690" v="7704" actId="1076"/>
          <ac:spMkLst>
            <pc:docMk/>
            <pc:sldMk cId="2237013090" sldId="259"/>
            <ac:spMk id="6" creationId="{33C509E5-2002-B369-1245-5B0D22793E18}"/>
          </ac:spMkLst>
        </pc:spChg>
        <pc:spChg chg="mod">
          <ac:chgData name="Rodrigo Gragera Flórez" userId="410f45afc5bf3d43" providerId="LiveId" clId="{E7DAD98C-C64D-43C3-93DE-A5CE1381A560}" dt="2026-03-27T09:57:57.370" v="6314" actId="113"/>
          <ac:spMkLst>
            <pc:docMk/>
            <pc:sldMk cId="2237013090" sldId="259"/>
            <ac:spMk id="7" creationId="{809263CB-1DDE-78AF-AF1A-14ECC2FD375E}"/>
          </ac:spMkLst>
        </pc:spChg>
        <pc:spChg chg="mod">
          <ac:chgData name="Rodrigo Gragera Flórez" userId="410f45afc5bf3d43" providerId="LiveId" clId="{E7DAD98C-C64D-43C3-93DE-A5CE1381A560}" dt="2026-03-27T09:57:59.267" v="6315" actId="113"/>
          <ac:spMkLst>
            <pc:docMk/>
            <pc:sldMk cId="2237013090" sldId="259"/>
            <ac:spMk id="8" creationId="{6EEF6A69-5756-04CC-E47D-E2F0F49D588F}"/>
          </ac:spMkLst>
        </pc:spChg>
        <pc:spChg chg="mod">
          <ac:chgData name="Rodrigo Gragera Flórez" userId="410f45afc5bf3d43" providerId="LiveId" clId="{E7DAD98C-C64D-43C3-93DE-A5CE1381A560}" dt="2026-03-25T16:13:33.178" v="6171" actId="108"/>
          <ac:spMkLst>
            <pc:docMk/>
            <pc:sldMk cId="2237013090" sldId="259"/>
            <ac:spMk id="9" creationId="{EA751D82-1DCE-BDA9-0B07-4D64EBA8CE84}"/>
          </ac:spMkLst>
        </pc:spChg>
        <pc:spChg chg="mod">
          <ac:chgData name="Rodrigo Gragera Flórez" userId="410f45afc5bf3d43" providerId="LiveId" clId="{E7DAD98C-C64D-43C3-93DE-A5CE1381A560}" dt="2026-03-25T17:34:14.393" v="6288" actId="1076"/>
          <ac:spMkLst>
            <pc:docMk/>
            <pc:sldMk cId="2237013090" sldId="259"/>
            <ac:spMk id="10" creationId="{C35CF17C-99F5-E407-3295-079913F3F62E}"/>
          </ac:spMkLst>
        </pc:spChg>
        <pc:spChg chg="add mod">
          <ac:chgData name="Rodrigo Gragera Flórez" userId="410f45afc5bf3d43" providerId="LiveId" clId="{E7DAD98C-C64D-43C3-93DE-A5CE1381A560}" dt="2026-04-04T04:45:22.140" v="7675" actId="1076"/>
          <ac:spMkLst>
            <pc:docMk/>
            <pc:sldMk cId="2237013090" sldId="259"/>
            <ac:spMk id="14" creationId="{83EF09F3-424F-C326-056C-C4F9F956EE76}"/>
          </ac:spMkLst>
        </pc:spChg>
        <pc:spChg chg="add del mod">
          <ac:chgData name="Rodrigo Gragera Flórez" userId="410f45afc5bf3d43" providerId="LiveId" clId="{E7DAD98C-C64D-43C3-93DE-A5CE1381A560}" dt="2026-04-04T04:30:21.412" v="7147" actId="478"/>
          <ac:spMkLst>
            <pc:docMk/>
            <pc:sldMk cId="2237013090" sldId="259"/>
            <ac:spMk id="15" creationId="{142DA8D6-CA60-2CCA-6410-04D25D4B68F7}"/>
          </ac:spMkLst>
        </pc:spChg>
        <pc:spChg chg="mod">
          <ac:chgData name="Rodrigo Gragera Flórez" userId="410f45afc5bf3d43" providerId="LiveId" clId="{E7DAD98C-C64D-43C3-93DE-A5CE1381A560}" dt="2026-03-27T10:15:36.370" v="6625" actId="14100"/>
          <ac:spMkLst>
            <pc:docMk/>
            <pc:sldMk cId="2237013090" sldId="259"/>
            <ac:spMk id="17" creationId="{51B111EF-238E-8CB2-AB66-1896EF5B6F4F}"/>
          </ac:spMkLst>
        </pc:spChg>
        <pc:spChg chg="mod">
          <ac:chgData name="Rodrigo Gragera Flórez" userId="410f45afc5bf3d43" providerId="LiveId" clId="{E7DAD98C-C64D-43C3-93DE-A5CE1381A560}" dt="2026-03-27T10:16:25.574" v="6636" actId="1076"/>
          <ac:spMkLst>
            <pc:docMk/>
            <pc:sldMk cId="2237013090" sldId="259"/>
            <ac:spMk id="18" creationId="{6E70691A-C6DA-C802-11D8-3C0CF7BB4C25}"/>
          </ac:spMkLst>
        </pc:spChg>
        <pc:spChg chg="mod">
          <ac:chgData name="Rodrigo Gragera Flórez" userId="410f45afc5bf3d43" providerId="LiveId" clId="{E7DAD98C-C64D-43C3-93DE-A5CE1381A560}" dt="2026-03-28T20:24:09.036" v="7113" actId="1076"/>
          <ac:spMkLst>
            <pc:docMk/>
            <pc:sldMk cId="2237013090" sldId="259"/>
            <ac:spMk id="19" creationId="{EBEF533C-7C91-0D4C-1200-EFC89BCC2078}"/>
          </ac:spMkLst>
        </pc:spChg>
        <pc:spChg chg="mod">
          <ac:chgData name="Rodrigo Gragera Flórez" userId="410f45afc5bf3d43" providerId="LiveId" clId="{E7DAD98C-C64D-43C3-93DE-A5CE1381A560}" dt="2026-03-25T16:14:51.073" v="6183" actId="108"/>
          <ac:spMkLst>
            <pc:docMk/>
            <pc:sldMk cId="2237013090" sldId="259"/>
            <ac:spMk id="20" creationId="{67398F28-774B-6AEF-B539-38BBB723C028}"/>
          </ac:spMkLst>
        </pc:spChg>
        <pc:spChg chg="mod">
          <ac:chgData name="Rodrigo Gragera Flórez" userId="410f45afc5bf3d43" providerId="LiveId" clId="{E7DAD98C-C64D-43C3-93DE-A5CE1381A560}" dt="2026-03-27T11:28:08.182" v="6845" actId="1076"/>
          <ac:spMkLst>
            <pc:docMk/>
            <pc:sldMk cId="2237013090" sldId="259"/>
            <ac:spMk id="21" creationId="{26A8F1DB-CC3F-F2E9-111C-861017828787}"/>
          </ac:spMkLst>
        </pc:spChg>
        <pc:spChg chg="add del mod">
          <ac:chgData name="Rodrigo Gragera Flórez" userId="410f45afc5bf3d43" providerId="LiveId" clId="{E7DAD98C-C64D-43C3-93DE-A5CE1381A560}" dt="2026-04-04T04:30:24.371" v="7150" actId="478"/>
          <ac:spMkLst>
            <pc:docMk/>
            <pc:sldMk cId="2237013090" sldId="259"/>
            <ac:spMk id="23" creationId="{582BFC88-FE1D-BF40-8070-411484925C3F}"/>
          </ac:spMkLst>
        </pc:spChg>
        <pc:spChg chg="mod">
          <ac:chgData name="Rodrigo Gragera Flórez" userId="410f45afc5bf3d43" providerId="LiveId" clId="{E7DAD98C-C64D-43C3-93DE-A5CE1381A560}" dt="2026-03-20T11:11:40.460" v="6119" actId="1076"/>
          <ac:spMkLst>
            <pc:docMk/>
            <pc:sldMk cId="2237013090" sldId="259"/>
            <ac:spMk id="27" creationId="{A2FC63D8-CF2A-126F-9450-95AF37125766}"/>
          </ac:spMkLst>
        </pc:spChg>
        <pc:spChg chg="mod">
          <ac:chgData name="Rodrigo Gragera Flórez" userId="410f45afc5bf3d43" providerId="LiveId" clId="{E7DAD98C-C64D-43C3-93DE-A5CE1381A560}" dt="2026-03-27T11:37:22.089" v="6965" actId="1076"/>
          <ac:spMkLst>
            <pc:docMk/>
            <pc:sldMk cId="2237013090" sldId="259"/>
            <ac:spMk id="30" creationId="{39FCD5D5-2428-B007-3325-CE2A960026C7}"/>
          </ac:spMkLst>
        </pc:spChg>
        <pc:spChg chg="add del mod">
          <ac:chgData name="Rodrigo Gragera Flórez" userId="410f45afc5bf3d43" providerId="LiveId" clId="{E7DAD98C-C64D-43C3-93DE-A5CE1381A560}" dt="2026-04-04T04:31:47.722" v="7192" actId="478"/>
          <ac:spMkLst>
            <pc:docMk/>
            <pc:sldMk cId="2237013090" sldId="259"/>
            <ac:spMk id="32" creationId="{26837264-69B1-AE95-44E1-E5A79FF7B303}"/>
          </ac:spMkLst>
        </pc:spChg>
        <pc:spChg chg="add mod">
          <ac:chgData name="Rodrigo Gragera Flórez" userId="410f45afc5bf3d43" providerId="LiveId" clId="{E7DAD98C-C64D-43C3-93DE-A5CE1381A560}" dt="2026-04-04T04:33:37.702" v="7245" actId="1076"/>
          <ac:spMkLst>
            <pc:docMk/>
            <pc:sldMk cId="2237013090" sldId="259"/>
            <ac:spMk id="33" creationId="{5B27B9D6-1AD8-D3FA-0159-A94F644DFD61}"/>
          </ac:spMkLst>
        </pc:spChg>
        <pc:spChg chg="add mod">
          <ac:chgData name="Rodrigo Gragera Flórez" userId="410f45afc5bf3d43" providerId="LiveId" clId="{E7DAD98C-C64D-43C3-93DE-A5CE1381A560}" dt="2026-04-04T04:39:30.611" v="7455" actId="113"/>
          <ac:spMkLst>
            <pc:docMk/>
            <pc:sldMk cId="2237013090" sldId="259"/>
            <ac:spMk id="34" creationId="{92467169-03A5-08F4-A9A0-2CD0FCF7E601}"/>
          </ac:spMkLst>
        </pc:spChg>
        <pc:spChg chg="add mod">
          <ac:chgData name="Rodrigo Gragera Flórez" userId="410f45afc5bf3d43" providerId="LiveId" clId="{E7DAD98C-C64D-43C3-93DE-A5CE1381A560}" dt="2026-04-04T04:39:35.226" v="7457" actId="1076"/>
          <ac:spMkLst>
            <pc:docMk/>
            <pc:sldMk cId="2237013090" sldId="259"/>
            <ac:spMk id="35" creationId="{A6F32AE1-5AC4-53C3-C8D2-C47220958424}"/>
          </ac:spMkLst>
        </pc:spChg>
        <pc:spChg chg="add del mod">
          <ac:chgData name="Rodrigo Gragera Flórez" userId="410f45afc5bf3d43" providerId="LiveId" clId="{E7DAD98C-C64D-43C3-93DE-A5CE1381A560}" dt="2026-04-04T04:30:20.473" v="7146" actId="478"/>
          <ac:spMkLst>
            <pc:docMk/>
            <pc:sldMk cId="2237013090" sldId="259"/>
            <ac:spMk id="39" creationId="{CA0B6FD9-88D8-7EFA-C8B9-DF0B6B03F664}"/>
          </ac:spMkLst>
        </pc:spChg>
        <pc:spChg chg="add mod">
          <ac:chgData name="Rodrigo Gragera Flórez" userId="410f45afc5bf3d43" providerId="LiveId" clId="{E7DAD98C-C64D-43C3-93DE-A5CE1381A560}" dt="2026-04-03T10:52:02.797" v="7145" actId="108"/>
          <ac:spMkLst>
            <pc:docMk/>
            <pc:sldMk cId="2237013090" sldId="259"/>
            <ac:spMk id="42" creationId="{953C0ED6-C200-DAED-53C8-29B04D719503}"/>
          </ac:spMkLst>
        </pc:spChg>
        <pc:spChg chg="add mod">
          <ac:chgData name="Rodrigo Gragera Flórez" userId="410f45afc5bf3d43" providerId="LiveId" clId="{E7DAD98C-C64D-43C3-93DE-A5CE1381A560}" dt="2026-03-27T10:11:36.452" v="6607" actId="14100"/>
          <ac:spMkLst>
            <pc:docMk/>
            <pc:sldMk cId="2237013090" sldId="259"/>
            <ac:spMk id="45" creationId="{4FC8C30C-45A4-5950-B9E2-1B2808778DDD}"/>
          </ac:spMkLst>
        </pc:spChg>
        <pc:spChg chg="add mod">
          <ac:chgData name="Rodrigo Gragera Flórez" userId="410f45afc5bf3d43" providerId="LiveId" clId="{E7DAD98C-C64D-43C3-93DE-A5CE1381A560}" dt="2026-03-27T10:11:09.371" v="6577" actId="1582"/>
          <ac:spMkLst>
            <pc:docMk/>
            <pc:sldMk cId="2237013090" sldId="259"/>
            <ac:spMk id="47" creationId="{73893CDA-8EF3-DA59-7F01-4E7FA4A64355}"/>
          </ac:spMkLst>
        </pc:spChg>
        <pc:spChg chg="add del mod">
          <ac:chgData name="Rodrigo Gragera Flórez" userId="410f45afc5bf3d43" providerId="LiveId" clId="{E7DAD98C-C64D-43C3-93DE-A5CE1381A560}" dt="2026-04-04T04:33:57.465" v="7251" actId="478"/>
          <ac:spMkLst>
            <pc:docMk/>
            <pc:sldMk cId="2237013090" sldId="259"/>
            <ac:spMk id="50" creationId="{F324CEAC-229E-E748-8CC1-B1BEA5A81091}"/>
          </ac:spMkLst>
        </pc:spChg>
        <pc:spChg chg="add mod">
          <ac:chgData name="Rodrigo Gragera Flórez" userId="410f45afc5bf3d43" providerId="LiveId" clId="{E7DAD98C-C64D-43C3-93DE-A5CE1381A560}" dt="2026-04-04T04:40:05.099" v="7460" actId="1076"/>
          <ac:spMkLst>
            <pc:docMk/>
            <pc:sldMk cId="2237013090" sldId="259"/>
            <ac:spMk id="51" creationId="{BC4A7C58-C4BB-4AAC-95C8-81F9474A7816}"/>
          </ac:spMkLst>
        </pc:spChg>
        <pc:spChg chg="add del mod">
          <ac:chgData name="Rodrigo Gragera Flórez" userId="410f45afc5bf3d43" providerId="LiveId" clId="{E7DAD98C-C64D-43C3-93DE-A5CE1381A560}" dt="2026-04-04T04:30:23.471" v="7149" actId="478"/>
          <ac:spMkLst>
            <pc:docMk/>
            <pc:sldMk cId="2237013090" sldId="259"/>
            <ac:spMk id="53" creationId="{DC3866EF-3F91-FD0A-7D59-35C42D4CDA8B}"/>
          </ac:spMkLst>
        </pc:spChg>
        <pc:spChg chg="add del mod">
          <ac:chgData name="Rodrigo Gragera Flórez" userId="410f45afc5bf3d43" providerId="LiveId" clId="{E7DAD98C-C64D-43C3-93DE-A5CE1381A560}" dt="2026-04-04T04:30:26.090" v="7152" actId="478"/>
          <ac:spMkLst>
            <pc:docMk/>
            <pc:sldMk cId="2237013090" sldId="259"/>
            <ac:spMk id="61" creationId="{FD1D8F78-478F-485A-0B5A-823FC1BC30EC}"/>
          </ac:spMkLst>
        </pc:spChg>
        <pc:spChg chg="mod">
          <ac:chgData name="Rodrigo Gragera Flórez" userId="410f45afc5bf3d43" providerId="LiveId" clId="{E7DAD98C-C64D-43C3-93DE-A5CE1381A560}" dt="2026-03-27T11:35:37.968" v="6941" actId="14100"/>
          <ac:spMkLst>
            <pc:docMk/>
            <pc:sldMk cId="2237013090" sldId="259"/>
            <ac:spMk id="66" creationId="{C13DE1D3-07CE-82C3-CDF4-1963D86AC447}"/>
          </ac:spMkLst>
        </pc:spChg>
        <pc:spChg chg="mod">
          <ac:chgData name="Rodrigo Gragera Flórez" userId="410f45afc5bf3d43" providerId="LiveId" clId="{E7DAD98C-C64D-43C3-93DE-A5CE1381A560}" dt="2026-03-25T17:34:14.393" v="6288" actId="1076"/>
          <ac:spMkLst>
            <pc:docMk/>
            <pc:sldMk cId="2237013090" sldId="259"/>
            <ac:spMk id="69" creationId="{B8C45874-3C88-060F-619B-E7CEFB972166}"/>
          </ac:spMkLst>
        </pc:spChg>
        <pc:spChg chg="mod">
          <ac:chgData name="Rodrigo Gragera Flórez" userId="410f45afc5bf3d43" providerId="LiveId" clId="{E7DAD98C-C64D-43C3-93DE-A5CE1381A560}" dt="2026-03-27T11:37:37.837" v="6968" actId="1076"/>
          <ac:spMkLst>
            <pc:docMk/>
            <pc:sldMk cId="2237013090" sldId="259"/>
            <ac:spMk id="70" creationId="{239322F6-B7E9-6B87-3947-385B29C3D02A}"/>
          </ac:spMkLst>
        </pc:spChg>
        <pc:spChg chg="mod">
          <ac:chgData name="Rodrigo Gragera Flórez" userId="410f45afc5bf3d43" providerId="LiveId" clId="{E7DAD98C-C64D-43C3-93DE-A5CE1381A560}" dt="2026-03-27T09:57:55.438" v="6313" actId="113"/>
          <ac:spMkLst>
            <pc:docMk/>
            <pc:sldMk cId="2237013090" sldId="259"/>
            <ac:spMk id="71" creationId="{6C47DEC3-43FB-4C15-B7FB-0F8C32584B58}"/>
          </ac:spMkLst>
        </pc:spChg>
        <pc:spChg chg="mod">
          <ac:chgData name="Rodrigo Gragera Flórez" userId="410f45afc5bf3d43" providerId="LiveId" clId="{E7DAD98C-C64D-43C3-93DE-A5CE1381A560}" dt="2026-03-27T11:37:41.415" v="6969" actId="1076"/>
          <ac:spMkLst>
            <pc:docMk/>
            <pc:sldMk cId="2237013090" sldId="259"/>
            <ac:spMk id="72" creationId="{0C47890B-628C-D1A1-E973-558FA70A1670}"/>
          </ac:spMkLst>
        </pc:spChg>
        <pc:spChg chg="mod">
          <ac:chgData name="Rodrigo Gragera Flórez" userId="410f45afc5bf3d43" providerId="LiveId" clId="{E7DAD98C-C64D-43C3-93DE-A5CE1381A560}" dt="2026-03-25T16:13:37.430" v="6175" actId="108"/>
          <ac:spMkLst>
            <pc:docMk/>
            <pc:sldMk cId="2237013090" sldId="259"/>
            <ac:spMk id="74" creationId="{290F7B2A-63ED-D99D-6575-A579A4283442}"/>
          </ac:spMkLst>
        </pc:spChg>
        <pc:spChg chg="add mod">
          <ac:chgData name="Rodrigo Gragera Flórez" userId="410f45afc5bf3d43" providerId="LiveId" clId="{E7DAD98C-C64D-43C3-93DE-A5CE1381A560}" dt="2026-04-04T04:40:48.685" v="7471" actId="1076"/>
          <ac:spMkLst>
            <pc:docMk/>
            <pc:sldMk cId="2237013090" sldId="259"/>
            <ac:spMk id="75" creationId="{B0D1D4E9-57F7-F85F-EC79-AB46F9990958}"/>
          </ac:spMkLst>
        </pc:spChg>
        <pc:spChg chg="mod">
          <ac:chgData name="Rodrigo Gragera Flórez" userId="410f45afc5bf3d43" providerId="LiveId" clId="{E7DAD98C-C64D-43C3-93DE-A5CE1381A560}" dt="2026-03-27T11:37:44.189" v="6970" actId="1076"/>
          <ac:spMkLst>
            <pc:docMk/>
            <pc:sldMk cId="2237013090" sldId="259"/>
            <ac:spMk id="78" creationId="{E720CE03-1555-52AC-AA95-63875D4BE7E4}"/>
          </ac:spMkLst>
        </pc:spChg>
        <pc:spChg chg="mod">
          <ac:chgData name="Rodrigo Gragera Flórez" userId="410f45afc5bf3d43" providerId="LiveId" clId="{E7DAD98C-C64D-43C3-93DE-A5CE1381A560}" dt="2026-03-25T16:13:38.656" v="6176" actId="108"/>
          <ac:spMkLst>
            <pc:docMk/>
            <pc:sldMk cId="2237013090" sldId="259"/>
            <ac:spMk id="79" creationId="{B141AE65-E5D0-CB00-26DF-770CA9CDE50B}"/>
          </ac:spMkLst>
        </pc:spChg>
        <pc:spChg chg="mod">
          <ac:chgData name="Rodrigo Gragera Flórez" userId="410f45afc5bf3d43" providerId="LiveId" clId="{E7DAD98C-C64D-43C3-93DE-A5CE1381A560}" dt="2026-03-27T11:37:06.925" v="6960" actId="1076"/>
          <ac:spMkLst>
            <pc:docMk/>
            <pc:sldMk cId="2237013090" sldId="259"/>
            <ac:spMk id="82" creationId="{69631599-B4E6-67CD-9D00-87D0B6A3B0FC}"/>
          </ac:spMkLst>
        </pc:spChg>
        <pc:spChg chg="mod">
          <ac:chgData name="Rodrigo Gragera Flórez" userId="410f45afc5bf3d43" providerId="LiveId" clId="{E7DAD98C-C64D-43C3-93DE-A5CE1381A560}" dt="2026-03-27T11:42:42.325" v="7064" actId="14100"/>
          <ac:spMkLst>
            <pc:docMk/>
            <pc:sldMk cId="2237013090" sldId="259"/>
            <ac:spMk id="83" creationId="{ED6CE604-7ADC-C7F2-8421-7D9A8AB2C72B}"/>
          </ac:spMkLst>
        </pc:spChg>
        <pc:spChg chg="mod">
          <ac:chgData name="Rodrigo Gragera Flórez" userId="410f45afc5bf3d43" providerId="LiveId" clId="{E7DAD98C-C64D-43C3-93DE-A5CE1381A560}" dt="2026-03-20T11:11:40.460" v="6119" actId="1076"/>
          <ac:spMkLst>
            <pc:docMk/>
            <pc:sldMk cId="2237013090" sldId="259"/>
            <ac:spMk id="84" creationId="{0788C098-8FED-ED6A-6307-133BABD7C0F2}"/>
          </ac:spMkLst>
        </pc:spChg>
        <pc:spChg chg="add mod">
          <ac:chgData name="Rodrigo Gragera Flórez" userId="410f45afc5bf3d43" providerId="LiveId" clId="{E7DAD98C-C64D-43C3-93DE-A5CE1381A560}" dt="2026-04-04T04:42:49.045" v="7599" actId="255"/>
          <ac:spMkLst>
            <pc:docMk/>
            <pc:sldMk cId="2237013090" sldId="259"/>
            <ac:spMk id="86" creationId="{BF12D0D4-AA5B-C948-F63B-6295735BDE83}"/>
          </ac:spMkLst>
        </pc:spChg>
        <pc:spChg chg="add mod">
          <ac:chgData name="Rodrigo Gragera Flórez" userId="410f45afc5bf3d43" providerId="LiveId" clId="{E7DAD98C-C64D-43C3-93DE-A5CE1381A560}" dt="2026-04-04T04:45:22.140" v="7675" actId="1076"/>
          <ac:spMkLst>
            <pc:docMk/>
            <pc:sldMk cId="2237013090" sldId="259"/>
            <ac:spMk id="87" creationId="{18F29A4A-E93F-1997-C27C-6A06DDF795F6}"/>
          </ac:spMkLst>
        </pc:spChg>
        <pc:spChg chg="add mod">
          <ac:chgData name="Rodrigo Gragera Flórez" userId="410f45afc5bf3d43" providerId="LiveId" clId="{E7DAD98C-C64D-43C3-93DE-A5CE1381A560}" dt="2026-03-27T11:28:36.103" v="6848" actId="1076"/>
          <ac:spMkLst>
            <pc:docMk/>
            <pc:sldMk cId="2237013090" sldId="259"/>
            <ac:spMk id="91" creationId="{77C6E256-8FCF-2425-619C-4C17E711A3DC}"/>
          </ac:spMkLst>
        </pc:spChg>
        <pc:spChg chg="mod">
          <ac:chgData name="Rodrigo Gragera Flórez" userId="410f45afc5bf3d43" providerId="LiveId" clId="{E7DAD98C-C64D-43C3-93DE-A5CE1381A560}" dt="2026-03-27T11:28:08.182" v="6845" actId="1076"/>
          <ac:spMkLst>
            <pc:docMk/>
            <pc:sldMk cId="2237013090" sldId="259"/>
            <ac:spMk id="101" creationId="{AA826742-7EBD-76ED-D440-A87F4D82438F}"/>
          </ac:spMkLst>
        </pc:spChg>
        <pc:spChg chg="mod">
          <ac:chgData name="Rodrigo Gragera Flórez" userId="410f45afc5bf3d43" providerId="LiveId" clId="{E7DAD98C-C64D-43C3-93DE-A5CE1381A560}" dt="2026-04-03T10:51:43.642" v="7140" actId="404"/>
          <ac:spMkLst>
            <pc:docMk/>
            <pc:sldMk cId="2237013090" sldId="259"/>
            <ac:spMk id="102" creationId="{8B25359A-6E88-8EF9-0B83-E3C4E4DAB889}"/>
          </ac:spMkLst>
        </pc:spChg>
        <pc:spChg chg="mod">
          <ac:chgData name="Rodrigo Gragera Flórez" userId="410f45afc5bf3d43" providerId="LiveId" clId="{E7DAD98C-C64D-43C3-93DE-A5CE1381A560}" dt="2026-03-27T11:36:57.770" v="6957" actId="1076"/>
          <ac:spMkLst>
            <pc:docMk/>
            <pc:sldMk cId="2237013090" sldId="259"/>
            <ac:spMk id="103" creationId="{AD22C18A-D8BF-6ACA-ACA1-F472E7D3E68B}"/>
          </ac:spMkLst>
        </pc:spChg>
        <pc:spChg chg="mod">
          <ac:chgData name="Rodrigo Gragera Flórez" userId="410f45afc5bf3d43" providerId="LiveId" clId="{E7DAD98C-C64D-43C3-93DE-A5CE1381A560}" dt="2026-03-27T11:36:57.770" v="6957" actId="1076"/>
          <ac:spMkLst>
            <pc:docMk/>
            <pc:sldMk cId="2237013090" sldId="259"/>
            <ac:spMk id="107" creationId="{69FA1548-18F2-39F6-6E22-CFF533A9CDAA}"/>
          </ac:spMkLst>
        </pc:spChg>
        <pc:spChg chg="add mod">
          <ac:chgData name="Rodrigo Gragera Flórez" userId="410f45afc5bf3d43" providerId="LiveId" clId="{E7DAD98C-C64D-43C3-93DE-A5CE1381A560}" dt="2026-04-04T04:41:44.083" v="7507" actId="20577"/>
          <ac:spMkLst>
            <pc:docMk/>
            <pc:sldMk cId="2237013090" sldId="259"/>
            <ac:spMk id="109" creationId="{F4E029DB-A7C5-A71F-EAFF-6367FF97A0F7}"/>
          </ac:spMkLst>
        </pc:spChg>
        <pc:spChg chg="mod">
          <ac:chgData name="Rodrigo Gragera Flórez" userId="410f45afc5bf3d43" providerId="LiveId" clId="{E7DAD98C-C64D-43C3-93DE-A5CE1381A560}" dt="2026-03-25T17:34:14.393" v="6288" actId="1076"/>
          <ac:spMkLst>
            <pc:docMk/>
            <pc:sldMk cId="2237013090" sldId="259"/>
            <ac:spMk id="110" creationId="{EEA476FE-D431-CA48-F962-4DF82EB7EA0E}"/>
          </ac:spMkLst>
        </pc:spChg>
        <pc:spChg chg="mod">
          <ac:chgData name="Rodrigo Gragera Flórez" userId="410f45afc5bf3d43" providerId="LiveId" clId="{E7DAD98C-C64D-43C3-93DE-A5CE1381A560}" dt="2026-03-28T20:16:02.422" v="7094" actId="1076"/>
          <ac:spMkLst>
            <pc:docMk/>
            <pc:sldMk cId="2237013090" sldId="259"/>
            <ac:spMk id="112" creationId="{C49E6414-0FC3-225C-5E49-6C7FCC06D07B}"/>
          </ac:spMkLst>
        </pc:spChg>
        <pc:spChg chg="mod ord">
          <ac:chgData name="Rodrigo Gragera Flórez" userId="410f45afc5bf3d43" providerId="LiveId" clId="{E7DAD98C-C64D-43C3-93DE-A5CE1381A560}" dt="2026-03-27T11:32:05.806" v="6889" actId="167"/>
          <ac:spMkLst>
            <pc:docMk/>
            <pc:sldMk cId="2237013090" sldId="259"/>
            <ac:spMk id="115" creationId="{6FD4CB62-8130-9637-E7CE-3A281DF25237}"/>
          </ac:spMkLst>
        </pc:spChg>
        <pc:spChg chg="add del mod">
          <ac:chgData name="Rodrigo Gragera Flórez" userId="410f45afc5bf3d43" providerId="LiveId" clId="{E7DAD98C-C64D-43C3-93DE-A5CE1381A560}" dt="2026-04-04T04:42:38.696" v="7596"/>
          <ac:spMkLst>
            <pc:docMk/>
            <pc:sldMk cId="2237013090" sldId="259"/>
            <ac:spMk id="116" creationId="{38EE4427-022D-6A93-FBF3-33D6E3B2F578}"/>
          </ac:spMkLst>
        </pc:spChg>
        <pc:spChg chg="add mod">
          <ac:chgData name="Rodrigo Gragera Flórez" userId="410f45afc5bf3d43" providerId="LiveId" clId="{E7DAD98C-C64D-43C3-93DE-A5CE1381A560}" dt="2026-04-04T04:43:12.159" v="7634" actId="14100"/>
          <ac:spMkLst>
            <pc:docMk/>
            <pc:sldMk cId="2237013090" sldId="259"/>
            <ac:spMk id="117" creationId="{E5FC0BB8-269C-8AC7-2775-B90B911A9CA8}"/>
          </ac:spMkLst>
        </pc:spChg>
        <pc:spChg chg="add mod">
          <ac:chgData name="Rodrigo Gragera Flórez" userId="410f45afc5bf3d43" providerId="LiveId" clId="{E7DAD98C-C64D-43C3-93DE-A5CE1381A560}" dt="2026-04-04T04:43:31.486" v="7653" actId="20577"/>
          <ac:spMkLst>
            <pc:docMk/>
            <pc:sldMk cId="2237013090" sldId="259"/>
            <ac:spMk id="118" creationId="{E45553AD-778A-6810-241C-89198E4FA611}"/>
          </ac:spMkLst>
        </pc:spChg>
        <pc:spChg chg="add mod ord">
          <ac:chgData name="Rodrigo Gragera Flórez" userId="410f45afc5bf3d43" providerId="LiveId" clId="{E7DAD98C-C64D-43C3-93DE-A5CE1381A560}" dt="2026-03-27T11:32:43.140" v="6895" actId="166"/>
          <ac:spMkLst>
            <pc:docMk/>
            <pc:sldMk cId="2237013090" sldId="259"/>
            <ac:spMk id="119" creationId="{7DA25A06-8660-1B0C-4DD7-87402239C230}"/>
          </ac:spMkLst>
        </pc:spChg>
        <pc:spChg chg="add mod ord">
          <ac:chgData name="Rodrigo Gragera Flórez" userId="410f45afc5bf3d43" providerId="LiveId" clId="{E7DAD98C-C64D-43C3-93DE-A5CE1381A560}" dt="2026-03-27T11:32:51.330" v="6897" actId="1076"/>
          <ac:spMkLst>
            <pc:docMk/>
            <pc:sldMk cId="2237013090" sldId="259"/>
            <ac:spMk id="120" creationId="{892DB2B4-B7A7-E0FE-2D37-38EE89E569DE}"/>
          </ac:spMkLst>
        </pc:spChg>
        <pc:spChg chg="mod">
          <ac:chgData name="Rodrigo Gragera Flórez" userId="410f45afc5bf3d43" providerId="LiveId" clId="{E7DAD98C-C64D-43C3-93DE-A5CE1381A560}" dt="2026-03-27T10:33:34.021" v="6651" actId="1076"/>
          <ac:spMkLst>
            <pc:docMk/>
            <pc:sldMk cId="2237013090" sldId="259"/>
            <ac:spMk id="121" creationId="{D1E72918-A0DB-1192-03A9-6AC7FAEAB8C5}"/>
          </ac:spMkLst>
        </pc:spChg>
        <pc:spChg chg="mod">
          <ac:chgData name="Rodrigo Gragera Flórez" userId="410f45afc5bf3d43" providerId="LiveId" clId="{E7DAD98C-C64D-43C3-93DE-A5CE1381A560}" dt="2026-03-27T09:59:22.467" v="6319" actId="404"/>
          <ac:spMkLst>
            <pc:docMk/>
            <pc:sldMk cId="2237013090" sldId="259"/>
            <ac:spMk id="125" creationId="{4DC4888C-0CC6-4357-A9B3-3A6A825CFC87}"/>
          </ac:spMkLst>
        </pc:spChg>
        <pc:spChg chg="mod">
          <ac:chgData name="Rodrigo Gragera Flórez" userId="410f45afc5bf3d43" providerId="LiveId" clId="{E7DAD98C-C64D-43C3-93DE-A5CE1381A560}" dt="2026-03-20T11:11:40.460" v="6119" actId="1076"/>
          <ac:spMkLst>
            <pc:docMk/>
            <pc:sldMk cId="2237013090" sldId="259"/>
            <ac:spMk id="127" creationId="{8EFFAC85-2CB5-C0B7-A6EA-18447560830B}"/>
          </ac:spMkLst>
        </pc:spChg>
        <pc:spChg chg="add mod">
          <ac:chgData name="Rodrigo Gragera Flórez" userId="410f45afc5bf3d43" providerId="LiveId" clId="{E7DAD98C-C64D-43C3-93DE-A5CE1381A560}" dt="2026-04-04T04:47:27.656" v="7705" actId="1076"/>
          <ac:spMkLst>
            <pc:docMk/>
            <pc:sldMk cId="2237013090" sldId="259"/>
            <ac:spMk id="132" creationId="{567E827E-D8C1-4281-126C-45E8E2BD5EE2}"/>
          </ac:spMkLst>
        </pc:spChg>
        <pc:spChg chg="add mod">
          <ac:chgData name="Rodrigo Gragera Flórez" userId="410f45afc5bf3d43" providerId="LiveId" clId="{E7DAD98C-C64D-43C3-93DE-A5CE1381A560}" dt="2026-04-04T04:48:18.955" v="7763" actId="14100"/>
          <ac:spMkLst>
            <pc:docMk/>
            <pc:sldMk cId="2237013090" sldId="259"/>
            <ac:spMk id="133" creationId="{19648A49-D59C-1CEE-8B95-39F31D6A5636}"/>
          </ac:spMkLst>
        </pc:spChg>
        <pc:spChg chg="add mod">
          <ac:chgData name="Rodrigo Gragera Flórez" userId="410f45afc5bf3d43" providerId="LiveId" clId="{E7DAD98C-C64D-43C3-93DE-A5CE1381A560}" dt="2026-04-04T04:48:21.189" v="7764" actId="14100"/>
          <ac:spMkLst>
            <pc:docMk/>
            <pc:sldMk cId="2237013090" sldId="259"/>
            <ac:spMk id="134" creationId="{31BA9C47-2CF5-509C-BA7A-1D04CABFE230}"/>
          </ac:spMkLst>
        </pc:spChg>
        <pc:spChg chg="add mod">
          <ac:chgData name="Rodrigo Gragera Flórez" userId="410f45afc5bf3d43" providerId="LiveId" clId="{E7DAD98C-C64D-43C3-93DE-A5CE1381A560}" dt="2026-04-04T04:48:25.920" v="7765" actId="14100"/>
          <ac:spMkLst>
            <pc:docMk/>
            <pc:sldMk cId="2237013090" sldId="259"/>
            <ac:spMk id="135" creationId="{54E10778-1E99-44D3-A4C4-4A897868ACD7}"/>
          </ac:spMkLst>
        </pc:spChg>
        <pc:spChg chg="add mod">
          <ac:chgData name="Rodrigo Gragera Flórez" userId="410f45afc5bf3d43" providerId="LiveId" clId="{E7DAD98C-C64D-43C3-93DE-A5CE1381A560}" dt="2026-04-04T04:48:29.987" v="7766" actId="14100"/>
          <ac:spMkLst>
            <pc:docMk/>
            <pc:sldMk cId="2237013090" sldId="259"/>
            <ac:spMk id="136" creationId="{32A0DB66-D7C6-9366-5CAE-943244A2A2EC}"/>
          </ac:spMkLst>
        </pc:spChg>
        <pc:spChg chg="add mod">
          <ac:chgData name="Rodrigo Gragera Flórez" userId="410f45afc5bf3d43" providerId="LiveId" clId="{E7DAD98C-C64D-43C3-93DE-A5CE1381A560}" dt="2026-03-27T11:28:36.103" v="6848" actId="1076"/>
          <ac:spMkLst>
            <pc:docMk/>
            <pc:sldMk cId="2237013090" sldId="259"/>
            <ac:spMk id="141" creationId="{DA005777-6A49-281A-48A9-A85BFFFF8127}"/>
          </ac:spMkLst>
        </pc:spChg>
        <pc:spChg chg="add mod">
          <ac:chgData name="Rodrigo Gragera Flórez" userId="410f45afc5bf3d43" providerId="LiveId" clId="{E7DAD98C-C64D-43C3-93DE-A5CE1381A560}" dt="2026-03-27T11:29:49.979" v="6862" actId="1076"/>
          <ac:spMkLst>
            <pc:docMk/>
            <pc:sldMk cId="2237013090" sldId="259"/>
            <ac:spMk id="142" creationId="{00FE7B33-035E-028A-70DD-7AEA8C256D6E}"/>
          </ac:spMkLst>
        </pc:spChg>
        <pc:spChg chg="mod">
          <ac:chgData name="Rodrigo Gragera Flórez" userId="410f45afc5bf3d43" providerId="LiveId" clId="{E7DAD98C-C64D-43C3-93DE-A5CE1381A560}" dt="2026-03-27T10:33:31.196" v="6650" actId="1076"/>
          <ac:spMkLst>
            <pc:docMk/>
            <pc:sldMk cId="2237013090" sldId="259"/>
            <ac:spMk id="158" creationId="{9281C1F6-54B5-C422-0A4D-105FD3791E3E}"/>
          </ac:spMkLst>
        </pc:spChg>
        <pc:spChg chg="mod">
          <ac:chgData name="Rodrigo Gragera Flórez" userId="410f45afc5bf3d43" providerId="LiveId" clId="{E7DAD98C-C64D-43C3-93DE-A5CE1381A560}" dt="2026-03-20T11:12:08.797" v="6120" actId="1076"/>
          <ac:spMkLst>
            <pc:docMk/>
            <pc:sldMk cId="2237013090" sldId="259"/>
            <ac:spMk id="159" creationId="{8E8A1DA1-F767-5796-65E8-92C136B5A86B}"/>
          </ac:spMkLst>
        </pc:spChg>
        <pc:spChg chg="add mod">
          <ac:chgData name="Rodrigo Gragera Flórez" userId="410f45afc5bf3d43" providerId="LiveId" clId="{E7DAD98C-C64D-43C3-93DE-A5CE1381A560}" dt="2026-04-03T10:51:51.516" v="7142" actId="403"/>
          <ac:spMkLst>
            <pc:docMk/>
            <pc:sldMk cId="2237013090" sldId="259"/>
            <ac:spMk id="160" creationId="{2039D1E8-5166-641A-2F25-A62F78B38E6D}"/>
          </ac:spMkLst>
        </pc:spChg>
        <pc:spChg chg="mod">
          <ac:chgData name="Rodrigo Gragera Flórez" userId="410f45afc5bf3d43" providerId="LiveId" clId="{E7DAD98C-C64D-43C3-93DE-A5CE1381A560}" dt="2026-03-27T10:09:41.654" v="6530" actId="1076"/>
          <ac:spMkLst>
            <pc:docMk/>
            <pc:sldMk cId="2237013090" sldId="259"/>
            <ac:spMk id="165" creationId="{661370E8-9AE3-0755-282A-FAE482851121}"/>
          </ac:spMkLst>
        </pc:spChg>
        <pc:spChg chg="add mod">
          <ac:chgData name="Rodrigo Gragera Flórez" userId="410f45afc5bf3d43" providerId="LiveId" clId="{E7DAD98C-C64D-43C3-93DE-A5CE1381A560}" dt="2026-03-27T11:35:01.783" v="6932" actId="1076"/>
          <ac:spMkLst>
            <pc:docMk/>
            <pc:sldMk cId="2237013090" sldId="259"/>
            <ac:spMk id="183" creationId="{D5AF405A-E001-D4AC-0BC4-41933D6A5224}"/>
          </ac:spMkLst>
        </pc:spChg>
        <pc:spChg chg="add mod">
          <ac:chgData name="Rodrigo Gragera Flórez" userId="410f45afc5bf3d43" providerId="LiveId" clId="{E7DAD98C-C64D-43C3-93DE-A5CE1381A560}" dt="2026-03-27T11:37:53.941" v="6972" actId="1076"/>
          <ac:spMkLst>
            <pc:docMk/>
            <pc:sldMk cId="2237013090" sldId="259"/>
            <ac:spMk id="262" creationId="{0D4271A7-6845-0DBA-32A5-8DEA5E267798}"/>
          </ac:spMkLst>
        </pc:spChg>
        <pc:spChg chg="add mod">
          <ac:chgData name="Rodrigo Gragera Flórez" userId="410f45afc5bf3d43" providerId="LiveId" clId="{E7DAD98C-C64D-43C3-93DE-A5CE1381A560}" dt="2026-03-28T20:15:49.543" v="7092" actId="1076"/>
          <ac:spMkLst>
            <pc:docMk/>
            <pc:sldMk cId="2237013090" sldId="259"/>
            <ac:spMk id="263" creationId="{B16E7D92-BA7F-44AF-F8F5-113360DAE96B}"/>
          </ac:spMkLst>
        </pc:spChg>
        <pc:spChg chg="add mod">
          <ac:chgData name="Rodrigo Gragera Flórez" userId="410f45afc5bf3d43" providerId="LiveId" clId="{E7DAD98C-C64D-43C3-93DE-A5CE1381A560}" dt="2026-04-03T10:51:56.328" v="7143" actId="108"/>
          <ac:spMkLst>
            <pc:docMk/>
            <pc:sldMk cId="2237013090" sldId="259"/>
            <ac:spMk id="264" creationId="{13B6AA27-9DEF-EF42-BAAA-7D8BA5795064}"/>
          </ac:spMkLst>
        </pc:spChg>
        <pc:spChg chg="add mod ord">
          <ac:chgData name="Rodrigo Gragera Flórez" userId="410f45afc5bf3d43" providerId="LiveId" clId="{E7DAD98C-C64D-43C3-93DE-A5CE1381A560}" dt="2026-03-28T20:15:53.655" v="7093" actId="1076"/>
          <ac:spMkLst>
            <pc:docMk/>
            <pc:sldMk cId="2237013090" sldId="259"/>
            <ac:spMk id="265" creationId="{3622D0B2-67DC-64D8-A80D-BA6895C59969}"/>
          </ac:spMkLst>
        </pc:spChg>
        <pc:spChg chg="add mod">
          <ac:chgData name="Rodrigo Gragera Flórez" userId="410f45afc5bf3d43" providerId="LiveId" clId="{E7DAD98C-C64D-43C3-93DE-A5CE1381A560}" dt="2026-04-03T10:15:39.908" v="7118" actId="1076"/>
          <ac:spMkLst>
            <pc:docMk/>
            <pc:sldMk cId="2237013090" sldId="259"/>
            <ac:spMk id="266" creationId="{59EA997E-5BD2-FE68-97ED-24CE658AEB08}"/>
          </ac:spMkLst>
        </pc:spChg>
        <pc:spChg chg="add mod">
          <ac:chgData name="Rodrigo Gragera Flórez" userId="410f45afc5bf3d43" providerId="LiveId" clId="{E7DAD98C-C64D-43C3-93DE-A5CE1381A560}" dt="2026-04-03T10:52:01.689" v="7144" actId="108"/>
          <ac:spMkLst>
            <pc:docMk/>
            <pc:sldMk cId="2237013090" sldId="259"/>
            <ac:spMk id="277" creationId="{8417E041-7367-B590-33AB-3C066EE2654F}"/>
          </ac:spMkLst>
        </pc:spChg>
        <pc:spChg chg="add mod">
          <ac:chgData name="Rodrigo Gragera Flórez" userId="410f45afc5bf3d43" providerId="LiveId" clId="{E7DAD98C-C64D-43C3-93DE-A5CE1381A560}" dt="2026-04-03T10:15:28.647" v="7115" actId="1076"/>
          <ac:spMkLst>
            <pc:docMk/>
            <pc:sldMk cId="2237013090" sldId="259"/>
            <ac:spMk id="278" creationId="{C2528969-A4AC-A487-A4BD-7EFEFDD1ACC1}"/>
          </ac:spMkLst>
        </pc:spChg>
        <pc:spChg chg="add mod">
          <ac:chgData name="Rodrigo Gragera Flórez" userId="410f45afc5bf3d43" providerId="LiveId" clId="{E7DAD98C-C64D-43C3-93DE-A5CE1381A560}" dt="2026-03-28T20:17:07.678" v="7106" actId="1076"/>
          <ac:spMkLst>
            <pc:docMk/>
            <pc:sldMk cId="2237013090" sldId="259"/>
            <ac:spMk id="281" creationId="{D224B3A0-F2D9-02F8-2A58-EB13B8F20A02}"/>
          </ac:spMkLst>
        </pc:spChg>
        <pc:spChg chg="add del mod">
          <ac:chgData name="Rodrigo Gragera Flórez" userId="410f45afc5bf3d43" providerId="LiveId" clId="{E7DAD98C-C64D-43C3-93DE-A5CE1381A560}" dt="2026-04-04T04:44:31.773" v="7662" actId="478"/>
          <ac:spMkLst>
            <pc:docMk/>
            <pc:sldMk cId="2237013090" sldId="259"/>
            <ac:spMk id="283" creationId="{318439AC-E0C7-E2AB-DB73-64CD702A18DC}"/>
          </ac:spMkLst>
        </pc:spChg>
        <pc:spChg chg="add del mod">
          <ac:chgData name="Rodrigo Gragera Flórez" userId="410f45afc5bf3d43" providerId="LiveId" clId="{E7DAD98C-C64D-43C3-93DE-A5CE1381A560}" dt="2026-04-04T04:44:30.829" v="7661" actId="478"/>
          <ac:spMkLst>
            <pc:docMk/>
            <pc:sldMk cId="2237013090" sldId="259"/>
            <ac:spMk id="284" creationId="{4E13375F-3226-5E1B-81BC-52D82BD37777}"/>
          </ac:spMkLst>
        </pc:spChg>
        <pc:spChg chg="mod">
          <ac:chgData name="Rodrigo Gragera Flórez" userId="410f45afc5bf3d43" providerId="LiveId" clId="{E7DAD98C-C64D-43C3-93DE-A5CE1381A560}" dt="2026-03-27T11:35:46.824" v="6942" actId="1076"/>
          <ac:spMkLst>
            <pc:docMk/>
            <pc:sldMk cId="2237013090" sldId="259"/>
            <ac:spMk id="294" creationId="{8DE9EC0D-F53A-B14A-6519-3418CAA465F0}"/>
          </ac:spMkLst>
        </pc:spChg>
        <pc:picChg chg="add mod">
          <ac:chgData name="Rodrigo Gragera Flórez" userId="410f45afc5bf3d43" providerId="LiveId" clId="{E7DAD98C-C64D-43C3-93DE-A5CE1381A560}" dt="2026-03-27T12:10:35.848" v="7073" actId="1076"/>
          <ac:picMkLst>
            <pc:docMk/>
            <pc:sldMk cId="2237013090" sldId="259"/>
            <ac:picMk id="285" creationId="{C6CA1775-58E1-AC70-724D-828C95D3B15B}"/>
          </ac:picMkLst>
        </pc:picChg>
        <pc:picChg chg="add mod">
          <ac:chgData name="Rodrigo Gragera Flórez" userId="410f45afc5bf3d43" providerId="LiveId" clId="{E7DAD98C-C64D-43C3-93DE-A5CE1381A560}" dt="2026-03-27T12:10:40.707" v="7075" actId="1076"/>
          <ac:picMkLst>
            <pc:docMk/>
            <pc:sldMk cId="2237013090" sldId="259"/>
            <ac:picMk id="286" creationId="{9F39423F-A521-D3CA-B298-8B1F88A0EFBF}"/>
          </ac:picMkLst>
        </pc:picChg>
        <pc:picChg chg="add mod">
          <ac:chgData name="Rodrigo Gragera Flórez" userId="410f45afc5bf3d43" providerId="LiveId" clId="{E7DAD98C-C64D-43C3-93DE-A5CE1381A560}" dt="2026-03-27T12:10:43.599" v="7077" actId="1076"/>
          <ac:picMkLst>
            <pc:docMk/>
            <pc:sldMk cId="2237013090" sldId="259"/>
            <ac:picMk id="287" creationId="{95A253FA-AAAC-91EA-4703-601BBD951AD3}"/>
          </ac:picMkLst>
        </pc:picChg>
        <pc:picChg chg="add mod">
          <ac:chgData name="Rodrigo Gragera Flórez" userId="410f45afc5bf3d43" providerId="LiveId" clId="{E7DAD98C-C64D-43C3-93DE-A5CE1381A560}" dt="2026-04-04T04:43:41.994" v="7656" actId="166"/>
          <ac:picMkLst>
            <pc:docMk/>
            <pc:sldMk cId="2237013090" sldId="259"/>
            <ac:picMk id="288" creationId="{BA322226-7E1D-BC34-495B-B3EE529E61D4}"/>
          </ac:picMkLst>
        </pc:picChg>
        <pc:picChg chg="add mod">
          <ac:chgData name="Rodrigo Gragera Flórez" userId="410f45afc5bf3d43" providerId="LiveId" clId="{E7DAD98C-C64D-43C3-93DE-A5CE1381A560}" dt="2026-03-27T12:10:30.284" v="7071" actId="1076"/>
          <ac:picMkLst>
            <pc:docMk/>
            <pc:sldMk cId="2237013090" sldId="259"/>
            <ac:picMk id="1026" creationId="{2CF20CC4-5BB3-B166-BA13-765CC4B9B2EA}"/>
          </ac:picMkLst>
        </pc:picChg>
        <pc:cxnChg chg="add mod">
          <ac:chgData name="Rodrigo Gragera Flórez" userId="410f45afc5bf3d43" providerId="LiveId" clId="{E7DAD98C-C64D-43C3-93DE-A5CE1381A560}" dt="2026-04-04T04:31:32.494" v="7187" actId="14100"/>
          <ac:cxnSpMkLst>
            <pc:docMk/>
            <pc:sldMk cId="2237013090" sldId="259"/>
            <ac:cxnSpMk id="3" creationId="{FF3EAB5F-CC3C-5112-3B6E-DC3DE11252E8}"/>
          </ac:cxnSpMkLst>
        </pc:cxnChg>
        <pc:cxnChg chg="add del mod">
          <ac:chgData name="Rodrigo Gragera Flórez" userId="410f45afc5bf3d43" providerId="LiveId" clId="{E7DAD98C-C64D-43C3-93DE-A5CE1381A560}" dt="2026-04-04T04:30:22.850" v="7148" actId="478"/>
          <ac:cxnSpMkLst>
            <pc:docMk/>
            <pc:sldMk cId="2237013090" sldId="259"/>
            <ac:cxnSpMk id="4" creationId="{E2EA3454-9064-3354-BED7-83E5085CA4FF}"/>
          </ac:cxnSpMkLst>
        </pc:cxnChg>
        <pc:cxnChg chg="add del mod">
          <ac:chgData name="Rodrigo Gragera Flórez" userId="410f45afc5bf3d43" providerId="LiveId" clId="{E7DAD98C-C64D-43C3-93DE-A5CE1381A560}" dt="2026-04-04T04:32:02.424" v="7203" actId="478"/>
          <ac:cxnSpMkLst>
            <pc:docMk/>
            <pc:sldMk cId="2237013090" sldId="259"/>
            <ac:cxnSpMk id="11" creationId="{21C54BC4-F0E2-749F-AC7C-72DA749BBDF6}"/>
          </ac:cxnSpMkLst>
        </pc:cxnChg>
        <pc:cxnChg chg="mod">
          <ac:chgData name="Rodrigo Gragera Flórez" userId="410f45afc5bf3d43" providerId="LiveId" clId="{E7DAD98C-C64D-43C3-93DE-A5CE1381A560}" dt="2026-03-27T10:16:31.648" v="6637" actId="14100"/>
          <ac:cxnSpMkLst>
            <pc:docMk/>
            <pc:sldMk cId="2237013090" sldId="259"/>
            <ac:cxnSpMk id="12" creationId="{EE4A0C25-5A6E-3D5F-F349-5151A4B26F59}"/>
          </ac:cxnSpMkLst>
        </pc:cxnChg>
        <pc:cxnChg chg="add del mod">
          <ac:chgData name="Rodrigo Gragera Flórez" userId="410f45afc5bf3d43" providerId="LiveId" clId="{E7DAD98C-C64D-43C3-93DE-A5CE1381A560}" dt="2026-04-04T04:30:25.263" v="7151" actId="478"/>
          <ac:cxnSpMkLst>
            <pc:docMk/>
            <pc:sldMk cId="2237013090" sldId="259"/>
            <ac:cxnSpMk id="22" creationId="{5568FEE3-5D7C-3A2D-9BDC-E401A2944A1D}"/>
          </ac:cxnSpMkLst>
        </pc:cxnChg>
        <pc:cxnChg chg="add">
          <ac:chgData name="Rodrigo Gragera Flórez" userId="410f45afc5bf3d43" providerId="LiveId" clId="{E7DAD98C-C64D-43C3-93DE-A5CE1381A560}" dt="2026-03-28T20:24:29.823" v="7114" actId="11529"/>
          <ac:cxnSpMkLst>
            <pc:docMk/>
            <pc:sldMk cId="2237013090" sldId="259"/>
            <ac:cxnSpMk id="24" creationId="{B49A37A9-12E8-F270-A450-02C2360FBD13}"/>
          </ac:cxnSpMkLst>
        </pc:cxnChg>
        <pc:cxnChg chg="add mod">
          <ac:chgData name="Rodrigo Gragera Flórez" userId="410f45afc5bf3d43" providerId="LiveId" clId="{E7DAD98C-C64D-43C3-93DE-A5CE1381A560}" dt="2026-04-04T04:33:37.702" v="7245" actId="1076"/>
          <ac:cxnSpMkLst>
            <pc:docMk/>
            <pc:sldMk cId="2237013090" sldId="259"/>
            <ac:cxnSpMk id="29" creationId="{D27859BF-0481-0A4F-0F40-9EF62FD61A39}"/>
          </ac:cxnSpMkLst>
        </pc:cxnChg>
        <pc:cxnChg chg="add mod">
          <ac:chgData name="Rodrigo Gragera Flórez" userId="410f45afc5bf3d43" providerId="LiveId" clId="{E7DAD98C-C64D-43C3-93DE-A5CE1381A560}" dt="2026-04-04T04:45:22.140" v="7675" actId="1076"/>
          <ac:cxnSpMkLst>
            <pc:docMk/>
            <pc:sldMk cId="2237013090" sldId="259"/>
            <ac:cxnSpMk id="37" creationId="{E1C02E6F-513B-140F-89F9-F0F120FC9D3D}"/>
          </ac:cxnSpMkLst>
        </pc:cxnChg>
        <pc:cxnChg chg="add del mod">
          <ac:chgData name="Rodrigo Gragera Flórez" userId="410f45afc5bf3d43" providerId="LiveId" clId="{E7DAD98C-C64D-43C3-93DE-A5CE1381A560}" dt="2026-04-04T04:38:45.254" v="7443" actId="478"/>
          <ac:cxnSpMkLst>
            <pc:docMk/>
            <pc:sldMk cId="2237013090" sldId="259"/>
            <ac:cxnSpMk id="52" creationId="{C4EEB0E1-4E5D-D265-30DE-E520463B34DB}"/>
          </ac:cxnSpMkLst>
        </pc:cxnChg>
        <pc:cxnChg chg="mod">
          <ac:chgData name="Rodrigo Gragera Flórez" userId="410f45afc5bf3d43" providerId="LiveId" clId="{E7DAD98C-C64D-43C3-93DE-A5CE1381A560}" dt="2026-03-27T11:35:46.824" v="6942" actId="1076"/>
          <ac:cxnSpMkLst>
            <pc:docMk/>
            <pc:sldMk cId="2237013090" sldId="259"/>
            <ac:cxnSpMk id="56" creationId="{834C6254-48D6-1D56-0DD7-59DD5A0052F0}"/>
          </ac:cxnSpMkLst>
        </pc:cxnChg>
        <pc:cxnChg chg="add mod">
          <ac:chgData name="Rodrigo Gragera Flórez" userId="410f45afc5bf3d43" providerId="LiveId" clId="{E7DAD98C-C64D-43C3-93DE-A5CE1381A560}" dt="2026-04-04T04:40:05.099" v="7460" actId="1076"/>
          <ac:cxnSpMkLst>
            <pc:docMk/>
            <pc:sldMk cId="2237013090" sldId="259"/>
            <ac:cxnSpMk id="58" creationId="{9D303877-18B9-6269-3339-5BFC0E39486A}"/>
          </ac:cxnSpMkLst>
        </pc:cxnChg>
        <pc:cxnChg chg="add del mod">
          <ac:chgData name="Rodrigo Gragera Flórez" userId="410f45afc5bf3d43" providerId="LiveId" clId="{E7DAD98C-C64D-43C3-93DE-A5CE1381A560}" dt="2026-04-04T04:30:26.893" v="7153" actId="478"/>
          <ac:cxnSpMkLst>
            <pc:docMk/>
            <pc:sldMk cId="2237013090" sldId="259"/>
            <ac:cxnSpMk id="60" creationId="{9874987B-FD7C-C41B-6653-509E9173A595}"/>
          </ac:cxnSpMkLst>
        </pc:cxnChg>
        <pc:cxnChg chg="mod">
          <ac:chgData name="Rodrigo Gragera Flórez" userId="410f45afc5bf3d43" providerId="LiveId" clId="{E7DAD98C-C64D-43C3-93DE-A5CE1381A560}" dt="2026-03-28T20:18:52.480" v="7107" actId="14100"/>
          <ac:cxnSpMkLst>
            <pc:docMk/>
            <pc:sldMk cId="2237013090" sldId="259"/>
            <ac:cxnSpMk id="63" creationId="{76B539D8-2117-E302-96B2-54738D5ED44E}"/>
          </ac:cxnSpMkLst>
        </pc:cxnChg>
        <pc:cxnChg chg="add del mod">
          <ac:chgData name="Rodrigo Gragera Flórez" userId="410f45afc5bf3d43" providerId="LiveId" clId="{E7DAD98C-C64D-43C3-93DE-A5CE1381A560}" dt="2026-04-04T04:43:36.575" v="7654" actId="478"/>
          <ac:cxnSpMkLst>
            <pc:docMk/>
            <pc:sldMk cId="2237013090" sldId="259"/>
            <ac:cxnSpMk id="65" creationId="{6D7E6B5E-C2D8-62B2-1EFA-F83B6BD8A522}"/>
          </ac:cxnSpMkLst>
        </pc:cxnChg>
        <pc:cxnChg chg="add del mod">
          <ac:chgData name="Rodrigo Gragera Flórez" userId="410f45afc5bf3d43" providerId="LiveId" clId="{E7DAD98C-C64D-43C3-93DE-A5CE1381A560}" dt="2026-04-04T04:35:11.237" v="7293" actId="478"/>
          <ac:cxnSpMkLst>
            <pc:docMk/>
            <pc:sldMk cId="2237013090" sldId="259"/>
            <ac:cxnSpMk id="67" creationId="{5900273E-76C7-979A-B0FF-9D0E5B37A170}"/>
          </ac:cxnSpMkLst>
        </pc:cxnChg>
        <pc:cxnChg chg="add del mod">
          <ac:chgData name="Rodrigo Gragera Flórez" userId="410f45afc5bf3d43" providerId="LiveId" clId="{E7DAD98C-C64D-43C3-93DE-A5CE1381A560}" dt="2026-04-04T04:30:40.655" v="7157" actId="478"/>
          <ac:cxnSpMkLst>
            <pc:docMk/>
            <pc:sldMk cId="2237013090" sldId="259"/>
            <ac:cxnSpMk id="88" creationId="{4DE79729-569B-9652-4AC7-2115D7D5BAC0}"/>
          </ac:cxnSpMkLst>
        </pc:cxnChg>
        <pc:cxnChg chg="add del mod">
          <ac:chgData name="Rodrigo Gragera Flórez" userId="410f45afc5bf3d43" providerId="LiveId" clId="{E7DAD98C-C64D-43C3-93DE-A5CE1381A560}" dt="2026-04-04T04:38:59.513" v="7449" actId="11529"/>
          <ac:cxnSpMkLst>
            <pc:docMk/>
            <pc:sldMk cId="2237013090" sldId="259"/>
            <ac:cxnSpMk id="90" creationId="{ECFE0F1D-F64E-8ED8-E1BC-9CAB64B12A04}"/>
          </ac:cxnSpMkLst>
        </pc:cxnChg>
        <pc:cxnChg chg="mod">
          <ac:chgData name="Rodrigo Gragera Flórez" userId="410f45afc5bf3d43" providerId="LiveId" clId="{E7DAD98C-C64D-43C3-93DE-A5CE1381A560}" dt="2026-03-27T11:26:39.788" v="6783" actId="1076"/>
          <ac:cxnSpMkLst>
            <pc:docMk/>
            <pc:sldMk cId="2237013090" sldId="259"/>
            <ac:cxnSpMk id="93" creationId="{F9D8D2DA-5B58-AD24-2B13-C0AB0C1C1DC6}"/>
          </ac:cxnSpMkLst>
        </pc:cxnChg>
        <pc:cxnChg chg="add mod">
          <ac:chgData name="Rodrigo Gragera Flórez" userId="410f45afc5bf3d43" providerId="LiveId" clId="{E7DAD98C-C64D-43C3-93DE-A5CE1381A560}" dt="2026-04-04T04:40:10.198" v="7462" actId="14100"/>
          <ac:cxnSpMkLst>
            <pc:docMk/>
            <pc:sldMk cId="2237013090" sldId="259"/>
            <ac:cxnSpMk id="96" creationId="{445D321A-D4A7-E8B5-A5E4-12DE4A060D2B}"/>
          </ac:cxnSpMkLst>
        </pc:cxnChg>
        <pc:cxnChg chg="mod">
          <ac:chgData name="Rodrigo Gragera Flórez" userId="410f45afc5bf3d43" providerId="LiveId" clId="{E7DAD98C-C64D-43C3-93DE-A5CE1381A560}" dt="2026-03-27T11:36:59.905" v="6958" actId="1076"/>
          <ac:cxnSpMkLst>
            <pc:docMk/>
            <pc:sldMk cId="2237013090" sldId="259"/>
            <ac:cxnSpMk id="97" creationId="{B3E24A25-C153-6BC7-9179-AB68D40AD230}"/>
          </ac:cxnSpMkLst>
        </pc:cxnChg>
        <pc:cxnChg chg="add mod">
          <ac:chgData name="Rodrigo Gragera Flórez" userId="410f45afc5bf3d43" providerId="LiveId" clId="{E7DAD98C-C64D-43C3-93DE-A5CE1381A560}" dt="2026-03-27T11:28:36.103" v="6848" actId="1076"/>
          <ac:cxnSpMkLst>
            <pc:docMk/>
            <pc:sldMk cId="2237013090" sldId="259"/>
            <ac:cxnSpMk id="100" creationId="{56723392-EDD2-4133-DC50-88C21B0AA699}"/>
          </ac:cxnSpMkLst>
        </pc:cxnChg>
        <pc:cxnChg chg="mod">
          <ac:chgData name="Rodrigo Gragera Flórez" userId="410f45afc5bf3d43" providerId="LiveId" clId="{E7DAD98C-C64D-43C3-93DE-A5CE1381A560}" dt="2026-03-27T10:33:37.327" v="6652" actId="14100"/>
          <ac:cxnSpMkLst>
            <pc:docMk/>
            <pc:sldMk cId="2237013090" sldId="259"/>
            <ac:cxnSpMk id="104" creationId="{0FCD60BF-1858-4A93-C4B9-8DC9F573A2C6}"/>
          </ac:cxnSpMkLst>
        </pc:cxnChg>
        <pc:cxnChg chg="add mod">
          <ac:chgData name="Rodrigo Gragera Flórez" userId="410f45afc5bf3d43" providerId="LiveId" clId="{E7DAD98C-C64D-43C3-93DE-A5CE1381A560}" dt="2026-03-27T11:28:36.103" v="6848" actId="1076"/>
          <ac:cxnSpMkLst>
            <pc:docMk/>
            <pc:sldMk cId="2237013090" sldId="259"/>
            <ac:cxnSpMk id="105" creationId="{3C2E45AC-6CE6-0C35-E437-CD261A9B2C28}"/>
          </ac:cxnSpMkLst>
        </pc:cxnChg>
        <pc:cxnChg chg="add mod">
          <ac:chgData name="Rodrigo Gragera Flórez" userId="410f45afc5bf3d43" providerId="LiveId" clId="{E7DAD98C-C64D-43C3-93DE-A5CE1381A560}" dt="2026-04-04T04:41:35.193" v="7505" actId="14100"/>
          <ac:cxnSpMkLst>
            <pc:docMk/>
            <pc:sldMk cId="2237013090" sldId="259"/>
            <ac:cxnSpMk id="111" creationId="{F28F9394-7694-689A-5752-58D92B1DB806}"/>
          </ac:cxnSpMkLst>
        </pc:cxnChg>
        <pc:cxnChg chg="add mod">
          <ac:chgData name="Rodrigo Gragera Flórez" userId="410f45afc5bf3d43" providerId="LiveId" clId="{E7DAD98C-C64D-43C3-93DE-A5CE1381A560}" dt="2026-04-04T04:45:22.140" v="7675" actId="1076"/>
          <ac:cxnSpMkLst>
            <pc:docMk/>
            <pc:sldMk cId="2237013090" sldId="259"/>
            <ac:cxnSpMk id="124" creationId="{F6041E8F-CC7E-4BAE-A74D-CAD19F39DF2B}"/>
          </ac:cxnSpMkLst>
        </pc:cxnChg>
        <pc:cxnChg chg="add mod">
          <ac:chgData name="Rodrigo Gragera Flórez" userId="410f45afc5bf3d43" providerId="LiveId" clId="{E7DAD98C-C64D-43C3-93DE-A5CE1381A560}" dt="2026-03-27T11:28:36.103" v="6848" actId="1076"/>
          <ac:cxnSpMkLst>
            <pc:docMk/>
            <pc:sldMk cId="2237013090" sldId="259"/>
            <ac:cxnSpMk id="138" creationId="{473930CA-04F6-B018-FFC2-FA7D1474101E}"/>
          </ac:cxnSpMkLst>
        </pc:cxnChg>
        <pc:cxnChg chg="add mod">
          <ac:chgData name="Rodrigo Gragera Flórez" userId="410f45afc5bf3d43" providerId="LiveId" clId="{E7DAD98C-C64D-43C3-93DE-A5CE1381A560}" dt="2026-03-27T11:30:44.413" v="6871" actId="1076"/>
          <ac:cxnSpMkLst>
            <pc:docMk/>
            <pc:sldMk cId="2237013090" sldId="259"/>
            <ac:cxnSpMk id="155" creationId="{B61D32E2-0DB5-5AE5-2F08-6A705A86FF4A}"/>
          </ac:cxnSpMkLst>
        </pc:cxnChg>
        <pc:cxnChg chg="add">
          <ac:chgData name="Rodrigo Gragera Flórez" userId="410f45afc5bf3d43" providerId="LiveId" clId="{E7DAD98C-C64D-43C3-93DE-A5CE1381A560}" dt="2026-03-27T11:32:28.499" v="6891" actId="11529"/>
          <ac:cxnSpMkLst>
            <pc:docMk/>
            <pc:sldMk cId="2237013090" sldId="259"/>
            <ac:cxnSpMk id="170" creationId="{899D8FCE-F1BA-BC76-6564-48610E291768}"/>
          </ac:cxnSpMkLst>
        </pc:cxnChg>
        <pc:cxnChg chg="add mod">
          <ac:chgData name="Rodrigo Gragera Flórez" userId="410f45afc5bf3d43" providerId="LiveId" clId="{E7DAD98C-C64D-43C3-93DE-A5CE1381A560}" dt="2026-03-27T11:35:06.187" v="6933" actId="14100"/>
          <ac:cxnSpMkLst>
            <pc:docMk/>
            <pc:sldMk cId="2237013090" sldId="259"/>
            <ac:cxnSpMk id="175" creationId="{07B09A0B-C0C7-C579-91AA-3F93247B8348}"/>
          </ac:cxnSpMkLst>
        </pc:cxnChg>
        <pc:cxnChg chg="add mod">
          <ac:chgData name="Rodrigo Gragera Flórez" userId="410f45afc5bf3d43" providerId="LiveId" clId="{E7DAD98C-C64D-43C3-93DE-A5CE1381A560}" dt="2026-03-27T11:35:17.013" v="6937" actId="14100"/>
          <ac:cxnSpMkLst>
            <pc:docMk/>
            <pc:sldMk cId="2237013090" sldId="259"/>
            <ac:cxnSpMk id="185" creationId="{C0178F02-2C64-1F0D-6894-04C6B9A4E0FD}"/>
          </ac:cxnSpMkLst>
        </pc:cxnChg>
        <pc:cxnChg chg="add mod">
          <ac:chgData name="Rodrigo Gragera Flórez" userId="410f45afc5bf3d43" providerId="LiveId" clId="{E7DAD98C-C64D-43C3-93DE-A5CE1381A560}" dt="2026-04-03T10:15:39.908" v="7118" actId="1076"/>
          <ac:cxnSpMkLst>
            <pc:docMk/>
            <pc:sldMk cId="2237013090" sldId="259"/>
            <ac:cxnSpMk id="267" creationId="{CEF1CE61-7A6A-0DE9-B55D-D584F0ED2413}"/>
          </ac:cxnSpMkLst>
        </pc:cxnChg>
        <pc:cxnChg chg="add mod">
          <ac:chgData name="Rodrigo Gragera Flórez" userId="410f45afc5bf3d43" providerId="LiveId" clId="{E7DAD98C-C64D-43C3-93DE-A5CE1381A560}" dt="2026-03-27T11:37:22.089" v="6965" actId="1076"/>
          <ac:cxnSpMkLst>
            <pc:docMk/>
            <pc:sldMk cId="2237013090" sldId="259"/>
            <ac:cxnSpMk id="268" creationId="{F944A6A8-98D9-7A75-ADC8-77FB5311A10D}"/>
          </ac:cxnSpMkLst>
        </pc:cxnChg>
        <pc:cxnChg chg="add mod">
          <ac:chgData name="Rodrigo Gragera Flórez" userId="410f45afc5bf3d43" providerId="LiveId" clId="{E7DAD98C-C64D-43C3-93DE-A5CE1381A560}" dt="2026-03-28T20:15:49.543" v="7092" actId="1076"/>
          <ac:cxnSpMkLst>
            <pc:docMk/>
            <pc:sldMk cId="2237013090" sldId="259"/>
            <ac:cxnSpMk id="273" creationId="{64910F54-4FF8-9E68-49F9-8F68D5AEAACB}"/>
          </ac:cxnSpMkLst>
        </pc:cxnChg>
        <pc:cxnChg chg="add mod">
          <ac:chgData name="Rodrigo Gragera Flórez" userId="410f45afc5bf3d43" providerId="LiveId" clId="{E7DAD98C-C64D-43C3-93DE-A5CE1381A560}" dt="2026-03-28T20:15:53.655" v="7093" actId="1076"/>
          <ac:cxnSpMkLst>
            <pc:docMk/>
            <pc:sldMk cId="2237013090" sldId="259"/>
            <ac:cxnSpMk id="274" creationId="{B719BB19-32B2-177C-6A80-2C317E360BD3}"/>
          </ac:cxnSpMkLst>
        </pc:cxnChg>
        <pc:cxnChg chg="add mod">
          <ac:chgData name="Rodrigo Gragera Flórez" userId="410f45afc5bf3d43" providerId="LiveId" clId="{E7DAD98C-C64D-43C3-93DE-A5CE1381A560}" dt="2026-04-03T10:15:39.908" v="7118" actId="1076"/>
          <ac:cxnSpMkLst>
            <pc:docMk/>
            <pc:sldMk cId="2237013090" sldId="259"/>
            <ac:cxnSpMk id="275" creationId="{DD3AF274-1DB3-5F5B-533B-21736BB684DD}"/>
          </ac:cxnSpMkLst>
        </pc:cxnChg>
        <pc:cxnChg chg="add mod">
          <ac:chgData name="Rodrigo Gragera Flórez" userId="410f45afc5bf3d43" providerId="LiveId" clId="{E7DAD98C-C64D-43C3-93DE-A5CE1381A560}" dt="2026-03-27T11:39:20.991" v="6997" actId="1076"/>
          <ac:cxnSpMkLst>
            <pc:docMk/>
            <pc:sldMk cId="2237013090" sldId="259"/>
            <ac:cxnSpMk id="280" creationId="{CBBC0A57-E8EB-A485-3108-66F06CE8CDFB}"/>
          </ac:cxnSpMkLst>
        </pc:cxnChg>
        <pc:cxnChg chg="add mod">
          <ac:chgData name="Rodrigo Gragera Flórez" userId="410f45afc5bf3d43" providerId="LiveId" clId="{E7DAD98C-C64D-43C3-93DE-A5CE1381A560}" dt="2026-03-28T20:16:02.422" v="7094" actId="1076"/>
          <ac:cxnSpMkLst>
            <pc:docMk/>
            <pc:sldMk cId="2237013090" sldId="259"/>
            <ac:cxnSpMk id="282" creationId="{B6E91B9E-D445-4C4D-4457-0253D9A7A86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FD49D-04DD-47D3-953C-D0DFA214D1FF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060E37-58D4-43F1-937B-ED5C5CCC3C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1368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60E37-58D4-43F1-937B-ED5C5CCC3C9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5142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391A18-76AF-13F7-0332-9F0EDD3F2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2EA38D-EB19-D800-B0EC-51650A461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5ADE94-7CC5-17A7-9B3F-15C53FA39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96DA68-22C8-6047-9197-A2A96FCD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9E73D6-2972-A0E7-B369-5AE44119F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1048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7948C2-4935-F6B6-1EAF-A05DAABB0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F93135-ECCB-ADDE-A3AB-76FB320A8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640A00-2BE9-CB7A-A319-E45A0EF3C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4CEB38-401D-7242-5A75-402053578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035744-FE36-67F1-EB62-518D7F187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6698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B926F-4A92-4B60-E1FA-3DA247A4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E4E3E3-89C1-F227-CB24-F43F686F0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6635B4-F2E7-CBC4-6B0B-76F2A425C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BB6E53-29C7-A3F2-213A-B66C52D74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A5F272-C7CA-06AD-7C39-30F3E5FF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9186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9D855-2B91-2108-CA7A-91FA18086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1BAA62-8BE1-3376-9C60-039178CF4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EE0B09-4B0F-1AC3-6CB4-16FB5CAF3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4380BB-C735-FB6A-42B1-8DFEF6985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AA84AE-57FA-E88D-5ABE-3531F99DB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D55A79-83B8-8BF9-53B2-46097E06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834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694B3-7E41-B000-07A9-9057783B3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F2B5A5-F71D-C284-1263-DC93DB629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9F3863-0061-FC7D-4A34-6941EE72D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B9318E5-66A1-5809-FDF1-C1A551632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888DDCE-4A0E-FD09-5CBD-1A5413735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C68A799-87CD-433E-11CD-91AB249BF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3A5AD69-0A45-F715-B3B6-F22D51AE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D471509-39D4-1156-D7C3-FC1919525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5293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82CA30-58B3-319F-BB2B-CDFEABA03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728471B-8F39-5839-6D67-D5D6E84D3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E7987DC-D208-0EE0-A803-E02B45FA6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8B9DEB9-5A00-25CB-EFFB-95C391F78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3954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782C7F1-FA63-C12B-135F-1177E2B8A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B02B313-3B42-D1D2-C96E-A83D0ADA6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448150-568F-37D5-26D2-F269BE7B5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445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3292C-7F1F-A3F8-BF9B-DDAC68657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8E5884-2987-3552-2A46-BB320C246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DC28FC-ABA5-F90F-D3B1-569A68860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F15FB1-DF3F-747D-7B6C-8E33E3B9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579925-A446-4A46-2D69-54FE1087D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0F4D8E-67B3-054F-39C7-067767715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6284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8F6EEB-D587-2AC7-2308-95238FE9A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4F8F709-3619-2F1A-5987-BC71D6A07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5A5070-B0C5-7404-9B5E-63A56F9CB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885924-A95D-7284-213B-D42A846BF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82408B-C29B-6A5B-BF4B-63D28871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6D4899-FEB3-CF4D-7A79-CEF0C0908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8699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0F77B-6C5F-A72B-8BAE-E162CBB8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E4CCCB-53FD-6864-6984-327BE7119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31B6A4-3A82-29D6-AC5C-FA214B83A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F78D72-288C-AEE0-00E0-528DE842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428FDE-665A-DF38-CD81-729DB0D38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8760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985281-86C9-AE7C-4664-F86362CF69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4A7461-1798-7869-11EB-863B3C6A6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E04A54-409F-DBC1-2629-6919CBEF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1C7ABE-33FB-1666-6D57-C6696ADED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DAE287-9C32-77FB-6954-57976CE60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2226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B74778-01AD-8CDF-47BB-6D6D62C31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870C32-154B-F5A1-6B23-D052A1648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A3F4DD-9880-7DF2-A9B6-4CB0CE01B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D70DBA-23F2-40C7-96F5-84D5D0A2399D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C5A515-FA13-782A-43C8-EA1CABDAA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50EA8C-874E-4F50-BDFF-690A5295A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365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A47AD-76BB-2647-E6D6-C3114993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3C509E5-2002-B369-1245-5B0D22793E18}"/>
              </a:ext>
            </a:extLst>
          </p:cNvPr>
          <p:cNvSpPr/>
          <p:nvPr/>
        </p:nvSpPr>
        <p:spPr>
          <a:xfrm>
            <a:off x="172820" y="1345175"/>
            <a:ext cx="11808494" cy="194002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6FD4CB62-8130-9637-E7CE-3A281DF25237}"/>
              </a:ext>
            </a:extLst>
          </p:cNvPr>
          <p:cNvSpPr txBox="1"/>
          <p:nvPr/>
        </p:nvSpPr>
        <p:spPr>
          <a:xfrm>
            <a:off x="3826057" y="1000791"/>
            <a:ext cx="1269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/>
              <a:t>Disgregación de </a:t>
            </a:r>
            <a:r>
              <a:rPr lang="es-ES" sz="900" dirty="0" err="1"/>
              <a:t>Prophet</a:t>
            </a:r>
            <a:r>
              <a:rPr lang="es-ES" sz="900" dirty="0"/>
              <a:t> marzo 2026</a:t>
            </a:r>
          </a:p>
        </p:txBody>
      </p:sp>
      <p:cxnSp>
        <p:nvCxnSpPr>
          <p:cNvPr id="104" name="Conector recto de flecha 103">
            <a:extLst>
              <a:ext uri="{FF2B5EF4-FFF2-40B4-BE49-F238E27FC236}">
                <a16:creationId xmlns:a16="http://schemas.microsoft.com/office/drawing/2014/main" id="{0FCD60BF-1858-4A93-C4B9-8DC9F573A2C6}"/>
              </a:ext>
            </a:extLst>
          </p:cNvPr>
          <p:cNvCxnSpPr>
            <a:cxnSpLocks/>
            <a:endCxn id="121" idx="1"/>
          </p:cNvCxnSpPr>
          <p:nvPr/>
        </p:nvCxnSpPr>
        <p:spPr>
          <a:xfrm>
            <a:off x="1100397" y="220133"/>
            <a:ext cx="0" cy="454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Cilindro 120">
            <a:extLst>
              <a:ext uri="{FF2B5EF4-FFF2-40B4-BE49-F238E27FC236}">
                <a16:creationId xmlns:a16="http://schemas.microsoft.com/office/drawing/2014/main" id="{D1E72918-A0DB-1192-03A9-6AC7FAEAB8C5}"/>
              </a:ext>
            </a:extLst>
          </p:cNvPr>
          <p:cNvSpPr/>
          <p:nvPr/>
        </p:nvSpPr>
        <p:spPr>
          <a:xfrm>
            <a:off x="848864" y="675060"/>
            <a:ext cx="503065" cy="411166"/>
          </a:xfrm>
          <a:prstGeom prst="can">
            <a:avLst/>
          </a:prstGeom>
          <a:solidFill>
            <a:schemeClr val="accent1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/>
              <a:t>anual</a:t>
            </a:r>
            <a:endParaRPr lang="es-ES"/>
          </a:p>
        </p:txBody>
      </p:sp>
      <p:sp>
        <p:nvSpPr>
          <p:cNvPr id="125" name="Cilindro 124">
            <a:extLst>
              <a:ext uri="{FF2B5EF4-FFF2-40B4-BE49-F238E27FC236}">
                <a16:creationId xmlns:a16="http://schemas.microsoft.com/office/drawing/2014/main" id="{4DC4888C-0CC6-4357-A9B3-3A6A825CFC87}"/>
              </a:ext>
            </a:extLst>
          </p:cNvPr>
          <p:cNvSpPr/>
          <p:nvPr/>
        </p:nvSpPr>
        <p:spPr>
          <a:xfrm>
            <a:off x="6777957" y="386526"/>
            <a:ext cx="527382" cy="302112"/>
          </a:xfrm>
          <a:prstGeom prst="can">
            <a:avLst/>
          </a:prstGeom>
          <a:solidFill>
            <a:schemeClr val="accent1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/>
              <a:t>Mensual</a:t>
            </a:r>
          </a:p>
        </p:txBody>
      </p:sp>
      <p:sp>
        <p:nvSpPr>
          <p:cNvPr id="127" name="Cilindro 126">
            <a:extLst>
              <a:ext uri="{FF2B5EF4-FFF2-40B4-BE49-F238E27FC236}">
                <a16:creationId xmlns:a16="http://schemas.microsoft.com/office/drawing/2014/main" id="{8EFFAC85-2CB5-C0B7-A6EA-18447560830B}"/>
              </a:ext>
            </a:extLst>
          </p:cNvPr>
          <p:cNvSpPr/>
          <p:nvPr/>
        </p:nvSpPr>
        <p:spPr>
          <a:xfrm>
            <a:off x="9219356" y="435282"/>
            <a:ext cx="693724" cy="463708"/>
          </a:xfrm>
          <a:prstGeom prst="can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/>
              <a:t>MAPA DENSIDAD</a:t>
            </a:r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9281C1F6-54B5-C422-0A4D-105FD3791E3E}"/>
              </a:ext>
            </a:extLst>
          </p:cNvPr>
          <p:cNvSpPr txBox="1"/>
          <p:nvPr/>
        </p:nvSpPr>
        <p:spPr>
          <a:xfrm>
            <a:off x="1313284" y="824624"/>
            <a:ext cx="934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00"/>
              <a:t>35x8 </a:t>
            </a:r>
            <a:r>
              <a:rPr lang="es-ES" sz="500" err="1"/>
              <a:t>var</a:t>
            </a:r>
            <a:r>
              <a:rPr lang="es-ES" sz="500"/>
              <a:t>: </a:t>
            </a:r>
          </a:p>
          <a:p>
            <a:r>
              <a:rPr lang="es-ES" sz="500" b="1"/>
              <a:t>280 observaciones</a:t>
            </a:r>
          </a:p>
        </p:txBody>
      </p: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8E8A1DA1-F767-5796-65E8-92C136B5A86B}"/>
              </a:ext>
            </a:extLst>
          </p:cNvPr>
          <p:cNvSpPr txBox="1"/>
          <p:nvPr/>
        </p:nvSpPr>
        <p:spPr>
          <a:xfrm>
            <a:off x="2557564" y="794478"/>
            <a:ext cx="934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00"/>
              <a:t>35x8 </a:t>
            </a:r>
            <a:r>
              <a:rPr lang="es-ES" sz="500" err="1"/>
              <a:t>var</a:t>
            </a:r>
            <a:r>
              <a:rPr lang="es-ES" sz="500"/>
              <a:t>: </a:t>
            </a:r>
          </a:p>
          <a:p>
            <a:r>
              <a:rPr lang="es-ES" sz="500" b="1"/>
              <a:t>280 observaciones</a:t>
            </a:r>
          </a:p>
        </p:txBody>
      </p:sp>
      <p:sp>
        <p:nvSpPr>
          <p:cNvPr id="165" name="CuadroTexto 164">
            <a:extLst>
              <a:ext uri="{FF2B5EF4-FFF2-40B4-BE49-F238E27FC236}">
                <a16:creationId xmlns:a16="http://schemas.microsoft.com/office/drawing/2014/main" id="{661370E8-9AE3-0755-282A-FAE482851121}"/>
              </a:ext>
            </a:extLst>
          </p:cNvPr>
          <p:cNvSpPr txBox="1"/>
          <p:nvPr/>
        </p:nvSpPr>
        <p:spPr>
          <a:xfrm>
            <a:off x="9118827" y="912977"/>
            <a:ext cx="934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00"/>
              <a:t>5211x7 </a:t>
            </a:r>
            <a:r>
              <a:rPr lang="es-ES" sz="500" err="1"/>
              <a:t>var</a:t>
            </a:r>
            <a:r>
              <a:rPr lang="es-ES" sz="500"/>
              <a:t>: </a:t>
            </a:r>
          </a:p>
          <a:p>
            <a:r>
              <a:rPr lang="es-ES" sz="500" b="1"/>
              <a:t>36.477 observaciones</a:t>
            </a:r>
          </a:p>
        </p:txBody>
      </p:sp>
      <p:sp>
        <p:nvSpPr>
          <p:cNvPr id="294" name="Cilindro 293">
            <a:extLst>
              <a:ext uri="{FF2B5EF4-FFF2-40B4-BE49-F238E27FC236}">
                <a16:creationId xmlns:a16="http://schemas.microsoft.com/office/drawing/2014/main" id="{8DE9EC0D-F53A-B14A-6519-3418CAA465F0}"/>
              </a:ext>
            </a:extLst>
          </p:cNvPr>
          <p:cNvSpPr/>
          <p:nvPr/>
        </p:nvSpPr>
        <p:spPr>
          <a:xfrm>
            <a:off x="3345895" y="465834"/>
            <a:ext cx="638202" cy="546696"/>
          </a:xfrm>
          <a:prstGeom prst="can">
            <a:avLst/>
          </a:prstGeom>
          <a:solidFill>
            <a:schemeClr val="accent2">
              <a:lumMod val="5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/>
              <a:t>DIARIO</a:t>
            </a:r>
            <a:endParaRPr lang="es-ES" sz="500"/>
          </a:p>
        </p:txBody>
      </p:sp>
      <p:sp>
        <p:nvSpPr>
          <p:cNvPr id="27" name="Abrir llave 26">
            <a:extLst>
              <a:ext uri="{FF2B5EF4-FFF2-40B4-BE49-F238E27FC236}">
                <a16:creationId xmlns:a16="http://schemas.microsoft.com/office/drawing/2014/main" id="{A2FC63D8-CF2A-126F-9450-95AF37125766}"/>
              </a:ext>
            </a:extLst>
          </p:cNvPr>
          <p:cNvSpPr/>
          <p:nvPr/>
        </p:nvSpPr>
        <p:spPr>
          <a:xfrm rot="5400000">
            <a:off x="6998478" y="-250958"/>
            <a:ext cx="115998" cy="202181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Cilindro 40">
            <a:extLst>
              <a:ext uri="{FF2B5EF4-FFF2-40B4-BE49-F238E27FC236}">
                <a16:creationId xmlns:a16="http://schemas.microsoft.com/office/drawing/2014/main" id="{D2AA20BC-95D0-AB96-A907-91988122A2C4}"/>
              </a:ext>
            </a:extLst>
          </p:cNvPr>
          <p:cNvSpPr/>
          <p:nvPr/>
        </p:nvSpPr>
        <p:spPr>
          <a:xfrm>
            <a:off x="5998591" y="776480"/>
            <a:ext cx="637541" cy="424056"/>
          </a:xfrm>
          <a:prstGeom prst="can">
            <a:avLst/>
          </a:prstGeom>
          <a:solidFill>
            <a:schemeClr val="accent2">
              <a:lumMod val="5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/>
              <a:t>MENSUAL</a:t>
            </a:r>
          </a:p>
        </p:txBody>
      </p:sp>
      <p:sp>
        <p:nvSpPr>
          <p:cNvPr id="69" name="Cilindro 68">
            <a:extLst>
              <a:ext uri="{FF2B5EF4-FFF2-40B4-BE49-F238E27FC236}">
                <a16:creationId xmlns:a16="http://schemas.microsoft.com/office/drawing/2014/main" id="{B8C45874-3C88-060F-619B-E7CEFB972166}"/>
              </a:ext>
            </a:extLst>
          </p:cNvPr>
          <p:cNvSpPr/>
          <p:nvPr/>
        </p:nvSpPr>
        <p:spPr>
          <a:xfrm>
            <a:off x="6785883" y="834067"/>
            <a:ext cx="557217" cy="374936"/>
          </a:xfrm>
          <a:prstGeom prst="can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/>
              <a:t>MARCA</a:t>
            </a:r>
            <a:endParaRPr lang="es-ES" sz="700"/>
          </a:p>
        </p:txBody>
      </p:sp>
      <p:sp>
        <p:nvSpPr>
          <p:cNvPr id="73" name="Cilindro 72">
            <a:extLst>
              <a:ext uri="{FF2B5EF4-FFF2-40B4-BE49-F238E27FC236}">
                <a16:creationId xmlns:a16="http://schemas.microsoft.com/office/drawing/2014/main" id="{F61C8C4C-C814-C3AA-281B-9CA306D1117A}"/>
              </a:ext>
            </a:extLst>
          </p:cNvPr>
          <p:cNvSpPr/>
          <p:nvPr/>
        </p:nvSpPr>
        <p:spPr>
          <a:xfrm>
            <a:off x="7505908" y="827550"/>
            <a:ext cx="548393" cy="377219"/>
          </a:xfrm>
          <a:prstGeom prst="can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/>
              <a:t>MARCA Y LUGAR</a:t>
            </a:r>
          </a:p>
        </p:txBody>
      </p:sp>
      <p:sp>
        <p:nvSpPr>
          <p:cNvPr id="84" name="Rectángulo: esquinas redondeadas 83">
            <a:extLst>
              <a:ext uri="{FF2B5EF4-FFF2-40B4-BE49-F238E27FC236}">
                <a16:creationId xmlns:a16="http://schemas.microsoft.com/office/drawing/2014/main" id="{0788C098-8FED-ED6A-6307-133BABD7C0F2}"/>
              </a:ext>
            </a:extLst>
          </p:cNvPr>
          <p:cNvSpPr/>
          <p:nvPr/>
        </p:nvSpPr>
        <p:spPr>
          <a:xfrm>
            <a:off x="10322478" y="518499"/>
            <a:ext cx="1561445" cy="216076"/>
          </a:xfrm>
          <a:prstGeom prst="roundRect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/>
              <a:t>Datos web</a:t>
            </a:r>
          </a:p>
        </p:txBody>
      </p:sp>
      <p:sp>
        <p:nvSpPr>
          <p:cNvPr id="110" name="Rectángulo: esquinas redondeadas 109">
            <a:extLst>
              <a:ext uri="{FF2B5EF4-FFF2-40B4-BE49-F238E27FC236}">
                <a16:creationId xmlns:a16="http://schemas.microsoft.com/office/drawing/2014/main" id="{EEA476FE-D431-CA48-F962-4DF82EB7EA0E}"/>
              </a:ext>
            </a:extLst>
          </p:cNvPr>
          <p:cNvSpPr/>
          <p:nvPr/>
        </p:nvSpPr>
        <p:spPr>
          <a:xfrm>
            <a:off x="10334844" y="824624"/>
            <a:ext cx="1561445" cy="21607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/>
              <a:t>Datos predicción</a:t>
            </a:r>
          </a:p>
        </p:txBody>
      </p:sp>
      <p:sp>
        <p:nvSpPr>
          <p:cNvPr id="5" name="Cerrar llave 4">
            <a:extLst>
              <a:ext uri="{FF2B5EF4-FFF2-40B4-BE49-F238E27FC236}">
                <a16:creationId xmlns:a16="http://schemas.microsoft.com/office/drawing/2014/main" id="{BCB68DAB-57D3-4C66-D655-15DF7A70ED85}"/>
              </a:ext>
            </a:extLst>
          </p:cNvPr>
          <p:cNvSpPr/>
          <p:nvPr/>
        </p:nvSpPr>
        <p:spPr>
          <a:xfrm rot="16200000">
            <a:off x="6211139" y="316773"/>
            <a:ext cx="259427" cy="200659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09263CB-1DDE-78AF-AF1A-14ECC2FD375E}"/>
              </a:ext>
            </a:extLst>
          </p:cNvPr>
          <p:cNvSpPr/>
          <p:nvPr/>
        </p:nvSpPr>
        <p:spPr>
          <a:xfrm>
            <a:off x="5078814" y="1501057"/>
            <a:ext cx="919778" cy="33310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b="1">
                <a:solidFill>
                  <a:schemeClr val="tx1"/>
                </a:solidFill>
              </a:rPr>
              <a:t>TBATS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EEF6A69-5756-04CC-E47D-E2F0F49D588F}"/>
              </a:ext>
            </a:extLst>
          </p:cNvPr>
          <p:cNvSpPr/>
          <p:nvPr/>
        </p:nvSpPr>
        <p:spPr>
          <a:xfrm>
            <a:off x="6931768" y="1504813"/>
            <a:ext cx="935555" cy="3304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b="1">
                <a:solidFill>
                  <a:schemeClr val="tx1"/>
                </a:solidFill>
              </a:rPr>
              <a:t>PROPHET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A751D82-1DCE-BDA9-0B07-4D64EBA8CE84}"/>
              </a:ext>
            </a:extLst>
          </p:cNvPr>
          <p:cNvSpPr/>
          <p:nvPr/>
        </p:nvSpPr>
        <p:spPr>
          <a:xfrm>
            <a:off x="5078814" y="1911027"/>
            <a:ext cx="919777" cy="27452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>
                <a:solidFill>
                  <a:schemeClr val="tx1"/>
                </a:solidFill>
              </a:rPr>
              <a:t>Train (2021-2025)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35CF17C-99F5-E407-3295-079913F3F62E}"/>
              </a:ext>
            </a:extLst>
          </p:cNvPr>
          <p:cNvSpPr/>
          <p:nvPr/>
        </p:nvSpPr>
        <p:spPr>
          <a:xfrm>
            <a:off x="6931768" y="1911026"/>
            <a:ext cx="935556" cy="3075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>
                <a:solidFill>
                  <a:schemeClr val="tx1"/>
                </a:solidFill>
              </a:rPr>
              <a:t>Train (2021-2025)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EE4A0C25-5A6E-3D5F-F349-5151A4B26F59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531740" y="2185553"/>
            <a:ext cx="6963" cy="3211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A943F76F-4BF3-7CC2-EF81-26DDA6B2B324}"/>
              </a:ext>
            </a:extLst>
          </p:cNvPr>
          <p:cNvCxnSpPr>
            <a:cxnSpLocks/>
          </p:cNvCxnSpPr>
          <p:nvPr/>
        </p:nvCxnSpPr>
        <p:spPr>
          <a:xfrm>
            <a:off x="7428273" y="2218541"/>
            <a:ext cx="0" cy="2808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51B111EF-238E-8CB2-AB66-1896EF5B6F4F}"/>
              </a:ext>
            </a:extLst>
          </p:cNvPr>
          <p:cNvSpPr/>
          <p:nvPr/>
        </p:nvSpPr>
        <p:spPr>
          <a:xfrm>
            <a:off x="5078814" y="2351048"/>
            <a:ext cx="966754" cy="3441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>
                <a:solidFill>
                  <a:schemeClr val="tx1"/>
                </a:solidFill>
              </a:rPr>
              <a:t>Predicciones (2025- 2026)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6E70691A-C6DA-C802-11D8-3C0CF7BB4C25}"/>
              </a:ext>
            </a:extLst>
          </p:cNvPr>
          <p:cNvSpPr/>
          <p:nvPr/>
        </p:nvSpPr>
        <p:spPr>
          <a:xfrm>
            <a:off x="6948168" y="2355205"/>
            <a:ext cx="935553" cy="3304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>
                <a:solidFill>
                  <a:schemeClr val="tx1"/>
                </a:solidFill>
              </a:rPr>
              <a:t>Predicciones (2025- 2026)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EBEF533C-7C91-0D4C-1200-EFC89BCC2078}"/>
              </a:ext>
            </a:extLst>
          </p:cNvPr>
          <p:cNvSpPr/>
          <p:nvPr/>
        </p:nvSpPr>
        <p:spPr>
          <a:xfrm rot="10800000">
            <a:off x="212736" y="3522180"/>
            <a:ext cx="11768578" cy="215415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39FCD5D5-2428-B007-3325-CE2A960026C7}"/>
              </a:ext>
            </a:extLst>
          </p:cNvPr>
          <p:cNvSpPr/>
          <p:nvPr/>
        </p:nvSpPr>
        <p:spPr>
          <a:xfrm>
            <a:off x="5903022" y="5052316"/>
            <a:ext cx="1116759" cy="24909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>
                <a:solidFill>
                  <a:schemeClr val="bg1"/>
                </a:solidFill>
              </a:rPr>
              <a:t>PROPHET</a:t>
            </a:r>
            <a:endParaRPr lang="es-ES" sz="1050">
              <a:solidFill>
                <a:schemeClr val="bg1"/>
              </a:solidFill>
            </a:endParaRPr>
          </a:p>
        </p:txBody>
      </p: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834C6254-48D6-1D56-0DD7-59DD5A0052F0}"/>
              </a:ext>
            </a:extLst>
          </p:cNvPr>
          <p:cNvCxnSpPr>
            <a:cxnSpLocks/>
            <a:stCxn id="294" idx="3"/>
            <a:endCxn id="66" idx="1"/>
          </p:cNvCxnSpPr>
          <p:nvPr/>
        </p:nvCxnSpPr>
        <p:spPr>
          <a:xfrm flipH="1">
            <a:off x="3662493" y="1012530"/>
            <a:ext cx="2503" cy="464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76B539D8-2117-E302-96B2-54738D5ED44E}"/>
              </a:ext>
            </a:extLst>
          </p:cNvPr>
          <p:cNvCxnSpPr>
            <a:cxnSpLocks/>
          </p:cNvCxnSpPr>
          <p:nvPr/>
        </p:nvCxnSpPr>
        <p:spPr>
          <a:xfrm>
            <a:off x="3662493" y="1332458"/>
            <a:ext cx="1347657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Cerrar llave 65">
            <a:extLst>
              <a:ext uri="{FF2B5EF4-FFF2-40B4-BE49-F238E27FC236}">
                <a16:creationId xmlns:a16="http://schemas.microsoft.com/office/drawing/2014/main" id="{C13DE1D3-07CE-82C3-CDF4-1963D86AC447}"/>
              </a:ext>
            </a:extLst>
          </p:cNvPr>
          <p:cNvSpPr/>
          <p:nvPr/>
        </p:nvSpPr>
        <p:spPr>
          <a:xfrm rot="16200000">
            <a:off x="3634205" y="525935"/>
            <a:ext cx="56574" cy="1958231"/>
          </a:xfrm>
          <a:prstGeom prst="righ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239322F6-B7E9-6B87-3947-385B29C3D02A}"/>
              </a:ext>
            </a:extLst>
          </p:cNvPr>
          <p:cNvSpPr/>
          <p:nvPr/>
        </p:nvSpPr>
        <p:spPr>
          <a:xfrm>
            <a:off x="2130152" y="1530382"/>
            <a:ext cx="926184" cy="3421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b="1">
                <a:solidFill>
                  <a:schemeClr val="tx1"/>
                </a:solidFill>
              </a:rPr>
              <a:t>MD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6C47DEC3-43FB-4C15-B7FB-0F8C32584B58}"/>
              </a:ext>
            </a:extLst>
          </p:cNvPr>
          <p:cNvSpPr/>
          <p:nvPr/>
        </p:nvSpPr>
        <p:spPr>
          <a:xfrm>
            <a:off x="3831360" y="1546657"/>
            <a:ext cx="980141" cy="3421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b="1">
                <a:solidFill>
                  <a:schemeClr val="tx1"/>
                </a:solidFill>
              </a:rPr>
              <a:t>Baseline</a:t>
            </a:r>
          </a:p>
        </p:txBody>
      </p:sp>
      <p:sp>
        <p:nvSpPr>
          <p:cNvPr id="72" name="Rectángulo: esquinas redondeadas 71">
            <a:extLst>
              <a:ext uri="{FF2B5EF4-FFF2-40B4-BE49-F238E27FC236}">
                <a16:creationId xmlns:a16="http://schemas.microsoft.com/office/drawing/2014/main" id="{0C47890B-628C-D1A1-E973-558FA70A1670}"/>
              </a:ext>
            </a:extLst>
          </p:cNvPr>
          <p:cNvSpPr/>
          <p:nvPr/>
        </p:nvSpPr>
        <p:spPr>
          <a:xfrm>
            <a:off x="2102336" y="1925848"/>
            <a:ext cx="957969" cy="3604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>
                <a:solidFill>
                  <a:schemeClr val="tx1"/>
                </a:solidFill>
              </a:rPr>
              <a:t>Train (febrero 2026)</a:t>
            </a:r>
          </a:p>
        </p:txBody>
      </p:sp>
      <p:sp>
        <p:nvSpPr>
          <p:cNvPr id="74" name="Rectángulo: esquinas redondeadas 73">
            <a:extLst>
              <a:ext uri="{FF2B5EF4-FFF2-40B4-BE49-F238E27FC236}">
                <a16:creationId xmlns:a16="http://schemas.microsoft.com/office/drawing/2014/main" id="{290F7B2A-63ED-D99D-6575-A579A4283442}"/>
              </a:ext>
            </a:extLst>
          </p:cNvPr>
          <p:cNvSpPr/>
          <p:nvPr/>
        </p:nvSpPr>
        <p:spPr>
          <a:xfrm>
            <a:off x="3831360" y="1934414"/>
            <a:ext cx="957969" cy="3604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>
                <a:solidFill>
                  <a:schemeClr val="tx1"/>
                </a:solidFill>
              </a:rPr>
              <a:t>Train (febrero 2026)</a:t>
            </a:r>
          </a:p>
        </p:txBody>
      </p:sp>
      <p:sp>
        <p:nvSpPr>
          <p:cNvPr id="78" name="Rectángulo: esquinas redondeadas 77">
            <a:extLst>
              <a:ext uri="{FF2B5EF4-FFF2-40B4-BE49-F238E27FC236}">
                <a16:creationId xmlns:a16="http://schemas.microsoft.com/office/drawing/2014/main" id="{E720CE03-1555-52AC-AA95-63875D4BE7E4}"/>
              </a:ext>
            </a:extLst>
          </p:cNvPr>
          <p:cNvSpPr/>
          <p:nvPr/>
        </p:nvSpPr>
        <p:spPr>
          <a:xfrm>
            <a:off x="2086473" y="2360641"/>
            <a:ext cx="957969" cy="31960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>
                <a:solidFill>
                  <a:schemeClr val="tx1"/>
                </a:solidFill>
              </a:rPr>
              <a:t>Predicciones (marzo 2026)</a:t>
            </a:r>
          </a:p>
        </p:txBody>
      </p:sp>
      <p:sp>
        <p:nvSpPr>
          <p:cNvPr id="79" name="Rectángulo: esquinas redondeadas 78">
            <a:extLst>
              <a:ext uri="{FF2B5EF4-FFF2-40B4-BE49-F238E27FC236}">
                <a16:creationId xmlns:a16="http://schemas.microsoft.com/office/drawing/2014/main" id="{B141AE65-E5D0-CB00-26DF-770CA9CDE50B}"/>
              </a:ext>
            </a:extLst>
          </p:cNvPr>
          <p:cNvSpPr/>
          <p:nvPr/>
        </p:nvSpPr>
        <p:spPr>
          <a:xfrm>
            <a:off x="3822575" y="2353857"/>
            <a:ext cx="966754" cy="31960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>
                <a:solidFill>
                  <a:schemeClr val="tx1"/>
                </a:solidFill>
              </a:rPr>
              <a:t>Predicciones (marzo 2026)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67398F28-774B-6AEF-B539-38BBB723C028}"/>
              </a:ext>
            </a:extLst>
          </p:cNvPr>
          <p:cNvSpPr/>
          <p:nvPr/>
        </p:nvSpPr>
        <p:spPr>
          <a:xfrm>
            <a:off x="5055759" y="4008411"/>
            <a:ext cx="936710" cy="3561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>
                <a:solidFill>
                  <a:schemeClr val="tx1"/>
                </a:solidFill>
              </a:rPr>
              <a:t>Métricas de evaluación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26A8F1DB-CC3F-F2E9-111C-861017828787}"/>
              </a:ext>
            </a:extLst>
          </p:cNvPr>
          <p:cNvSpPr/>
          <p:nvPr/>
        </p:nvSpPr>
        <p:spPr>
          <a:xfrm>
            <a:off x="6926379" y="4013302"/>
            <a:ext cx="969350" cy="34121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>
                <a:solidFill>
                  <a:schemeClr val="tx1"/>
                </a:solidFill>
              </a:rPr>
              <a:t>Métricas de evaluación</a:t>
            </a:r>
          </a:p>
        </p:txBody>
      </p: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F9D8D2DA-5B58-AD24-2B13-C0AB0C1C1DC6}"/>
              </a:ext>
            </a:extLst>
          </p:cNvPr>
          <p:cNvCxnSpPr>
            <a:cxnSpLocks/>
          </p:cNvCxnSpPr>
          <p:nvPr/>
        </p:nvCxnSpPr>
        <p:spPr>
          <a:xfrm>
            <a:off x="7971073" y="4207804"/>
            <a:ext cx="1768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ángulo: esquinas redondeadas 81">
            <a:extLst>
              <a:ext uri="{FF2B5EF4-FFF2-40B4-BE49-F238E27FC236}">
                <a16:creationId xmlns:a16="http://schemas.microsoft.com/office/drawing/2014/main" id="{69631599-B4E6-67CD-9D00-87D0B6A3B0FC}"/>
              </a:ext>
            </a:extLst>
          </p:cNvPr>
          <p:cNvSpPr/>
          <p:nvPr/>
        </p:nvSpPr>
        <p:spPr>
          <a:xfrm>
            <a:off x="2081674" y="4019506"/>
            <a:ext cx="936710" cy="3561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>
                <a:solidFill>
                  <a:schemeClr val="tx1"/>
                </a:solidFill>
              </a:rPr>
              <a:t>Métricas de evaluación</a:t>
            </a:r>
          </a:p>
        </p:txBody>
      </p:sp>
      <p:sp>
        <p:nvSpPr>
          <p:cNvPr id="83" name="Rectángulo: esquinas redondeadas 82">
            <a:extLst>
              <a:ext uri="{FF2B5EF4-FFF2-40B4-BE49-F238E27FC236}">
                <a16:creationId xmlns:a16="http://schemas.microsoft.com/office/drawing/2014/main" id="{ED6CE604-7ADC-C7F2-8421-7D9A8AB2C72B}"/>
              </a:ext>
            </a:extLst>
          </p:cNvPr>
          <p:cNvSpPr/>
          <p:nvPr/>
        </p:nvSpPr>
        <p:spPr>
          <a:xfrm>
            <a:off x="3927342" y="4019505"/>
            <a:ext cx="955704" cy="3561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>
                <a:solidFill>
                  <a:schemeClr val="tx1"/>
                </a:solidFill>
              </a:rPr>
              <a:t>Métricas de evaluación</a:t>
            </a:r>
          </a:p>
        </p:txBody>
      </p: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B3E24A25-C153-6BC7-9179-AB68D40AD230}"/>
              </a:ext>
            </a:extLst>
          </p:cNvPr>
          <p:cNvCxnSpPr>
            <a:cxnSpLocks/>
          </p:cNvCxnSpPr>
          <p:nvPr/>
        </p:nvCxnSpPr>
        <p:spPr>
          <a:xfrm flipH="1" flipV="1">
            <a:off x="1658084" y="4215505"/>
            <a:ext cx="381902" cy="3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AA826742-7EBD-76ED-D440-A87F4D82438F}"/>
              </a:ext>
            </a:extLst>
          </p:cNvPr>
          <p:cNvSpPr/>
          <p:nvPr/>
        </p:nvSpPr>
        <p:spPr>
          <a:xfrm>
            <a:off x="8224139" y="3979404"/>
            <a:ext cx="846668" cy="4436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000">
              <a:solidFill>
                <a:schemeClr val="tx1"/>
              </a:solidFill>
            </a:endParaRP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8B25359A-6E88-8EF9-0B83-E3C4E4DAB889}"/>
              </a:ext>
            </a:extLst>
          </p:cNvPr>
          <p:cNvSpPr txBox="1"/>
          <p:nvPr/>
        </p:nvSpPr>
        <p:spPr>
          <a:xfrm>
            <a:off x="8323200" y="3943652"/>
            <a:ext cx="675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00" dirty="0"/>
              <a:t>RMSE</a:t>
            </a:r>
          </a:p>
          <a:p>
            <a:pPr algn="ctr"/>
            <a:r>
              <a:rPr lang="es-ES" sz="700" dirty="0"/>
              <a:t>MAE</a:t>
            </a:r>
          </a:p>
          <a:p>
            <a:pPr algn="ctr"/>
            <a:r>
              <a:rPr lang="es-ES" sz="700" dirty="0"/>
              <a:t>MAPE</a:t>
            </a:r>
          </a:p>
          <a:p>
            <a:pPr algn="ctr"/>
            <a:r>
              <a:rPr lang="es-ES" sz="700" dirty="0"/>
              <a:t>AIC </a:t>
            </a:r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AD22C18A-D8BF-6ACA-ACA1-F472E7D3E68B}"/>
              </a:ext>
            </a:extLst>
          </p:cNvPr>
          <p:cNvSpPr/>
          <p:nvPr/>
        </p:nvSpPr>
        <p:spPr>
          <a:xfrm>
            <a:off x="377038" y="3964041"/>
            <a:ext cx="1283528" cy="5276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000">
              <a:solidFill>
                <a:schemeClr val="tx1"/>
              </a:solidFill>
            </a:endParaRP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69FA1548-18F2-39F6-6E22-CFF533A9CDAA}"/>
              </a:ext>
            </a:extLst>
          </p:cNvPr>
          <p:cNvSpPr txBox="1"/>
          <p:nvPr/>
        </p:nvSpPr>
        <p:spPr>
          <a:xfrm>
            <a:off x="376751" y="3983882"/>
            <a:ext cx="120628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/>
              <a:t>Entropía cruzada</a:t>
            </a:r>
          </a:p>
          <a:p>
            <a:pPr algn="ctr"/>
            <a:r>
              <a:rPr lang="es-ES" sz="900" dirty="0"/>
              <a:t>RMSE</a:t>
            </a:r>
          </a:p>
          <a:p>
            <a:pPr algn="ctr"/>
            <a:r>
              <a:rPr lang="es-ES" sz="900" dirty="0"/>
              <a:t>MAPE</a:t>
            </a:r>
          </a:p>
        </p:txBody>
      </p:sp>
      <p:sp>
        <p:nvSpPr>
          <p:cNvPr id="112" name="Rectángulo: esquinas redondeadas 111">
            <a:extLst>
              <a:ext uri="{FF2B5EF4-FFF2-40B4-BE49-F238E27FC236}">
                <a16:creationId xmlns:a16="http://schemas.microsoft.com/office/drawing/2014/main" id="{C49E6414-0FC3-225C-5E49-6C7FCC06D07B}"/>
              </a:ext>
            </a:extLst>
          </p:cNvPr>
          <p:cNvSpPr/>
          <p:nvPr/>
        </p:nvSpPr>
        <p:spPr>
          <a:xfrm>
            <a:off x="2885250" y="5052315"/>
            <a:ext cx="1116759" cy="24909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>
                <a:solidFill>
                  <a:schemeClr val="bg1"/>
                </a:solidFill>
              </a:rPr>
              <a:t>MD</a:t>
            </a:r>
            <a:endParaRPr lang="es-ES" sz="1050">
              <a:solidFill>
                <a:schemeClr val="bg1"/>
              </a:solidFill>
            </a:endParaRP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FF3EAB5F-CC3C-5112-3B6E-DC3DE11252E8}"/>
              </a:ext>
            </a:extLst>
          </p:cNvPr>
          <p:cNvCxnSpPr>
            <a:cxnSpLocks/>
            <a:stCxn id="165" idx="0"/>
          </p:cNvCxnSpPr>
          <p:nvPr/>
        </p:nvCxnSpPr>
        <p:spPr>
          <a:xfrm>
            <a:off x="9585873" y="912977"/>
            <a:ext cx="0" cy="457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3EF09F3-424F-C326-056C-C4F9F956EE76}"/>
              </a:ext>
            </a:extLst>
          </p:cNvPr>
          <p:cNvSpPr/>
          <p:nvPr/>
        </p:nvSpPr>
        <p:spPr>
          <a:xfrm>
            <a:off x="9113158" y="2493924"/>
            <a:ext cx="935556" cy="3075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Clusterizacion de territorios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4FC8C30C-45A4-5950-B9E2-1B2808778DDD}"/>
              </a:ext>
            </a:extLst>
          </p:cNvPr>
          <p:cNvSpPr/>
          <p:nvPr/>
        </p:nvSpPr>
        <p:spPr>
          <a:xfrm>
            <a:off x="9152540" y="38914"/>
            <a:ext cx="1469740" cy="25942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>
                <a:solidFill>
                  <a:schemeClr val="tx1"/>
                </a:solidFill>
              </a:rPr>
              <a:t>Validación y contraste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73893CDA-8EF3-DA59-7F01-4E7FA4A64355}"/>
              </a:ext>
            </a:extLst>
          </p:cNvPr>
          <p:cNvSpPr/>
          <p:nvPr/>
        </p:nvSpPr>
        <p:spPr>
          <a:xfrm>
            <a:off x="7804151" y="42248"/>
            <a:ext cx="1323808" cy="26189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>
                <a:solidFill>
                  <a:schemeClr val="tx1"/>
                </a:solidFill>
              </a:rPr>
              <a:t>Ajuste y predicción</a:t>
            </a:r>
          </a:p>
        </p:txBody>
      </p:sp>
      <p:sp>
        <p:nvSpPr>
          <p:cNvPr id="87" name="Rectángulo: esquinas redondeadas 86">
            <a:extLst>
              <a:ext uri="{FF2B5EF4-FFF2-40B4-BE49-F238E27FC236}">
                <a16:creationId xmlns:a16="http://schemas.microsoft.com/office/drawing/2014/main" id="{18F29A4A-E93F-1997-C27C-6A06DDF795F6}"/>
              </a:ext>
            </a:extLst>
          </p:cNvPr>
          <p:cNvSpPr/>
          <p:nvPr/>
        </p:nvSpPr>
        <p:spPr>
          <a:xfrm>
            <a:off x="10226299" y="2492018"/>
            <a:ext cx="1468882" cy="301063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Determinación de </a:t>
            </a:r>
            <a:r>
              <a:rPr lang="es-ES" sz="600" dirty="0" err="1">
                <a:solidFill>
                  <a:schemeClr val="tx1"/>
                </a:solidFill>
              </a:rPr>
              <a:t>nº</a:t>
            </a:r>
            <a:r>
              <a:rPr lang="es-ES" sz="600" dirty="0">
                <a:solidFill>
                  <a:schemeClr val="tx1"/>
                </a:solidFill>
              </a:rPr>
              <a:t> de clusters: Métodos codo y silueta media</a:t>
            </a:r>
          </a:p>
          <a:p>
            <a:pPr algn="ctr"/>
            <a:endParaRPr lang="es-ES" sz="500" dirty="0">
              <a:solidFill>
                <a:schemeClr val="tx1"/>
              </a:solidFill>
            </a:endParaRPr>
          </a:p>
        </p:txBody>
      </p:sp>
      <p:sp>
        <p:nvSpPr>
          <p:cNvPr id="91" name="Rectángulo: esquinas redondeadas 90">
            <a:extLst>
              <a:ext uri="{FF2B5EF4-FFF2-40B4-BE49-F238E27FC236}">
                <a16:creationId xmlns:a16="http://schemas.microsoft.com/office/drawing/2014/main" id="{77C6E256-8FCF-2425-619C-4C17E711A3DC}"/>
              </a:ext>
            </a:extLst>
          </p:cNvPr>
          <p:cNvSpPr/>
          <p:nvPr/>
        </p:nvSpPr>
        <p:spPr>
          <a:xfrm>
            <a:off x="6108567" y="2362361"/>
            <a:ext cx="743646" cy="307513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>
                <a:solidFill>
                  <a:schemeClr val="tx1"/>
                </a:solidFill>
              </a:rPr>
              <a:t>Análisis de residuos</a:t>
            </a:r>
          </a:p>
        </p:txBody>
      </p:sp>
      <p:cxnSp>
        <p:nvCxnSpPr>
          <p:cNvPr id="100" name="Conector recto 99">
            <a:extLst>
              <a:ext uri="{FF2B5EF4-FFF2-40B4-BE49-F238E27FC236}">
                <a16:creationId xmlns:a16="http://schemas.microsoft.com/office/drawing/2014/main" id="{56723392-EDD2-4133-DC50-88C21B0AA699}"/>
              </a:ext>
            </a:extLst>
          </p:cNvPr>
          <p:cNvCxnSpPr>
            <a:stCxn id="18" idx="1"/>
            <a:endCxn id="91" idx="3"/>
          </p:cNvCxnSpPr>
          <p:nvPr/>
        </p:nvCxnSpPr>
        <p:spPr>
          <a:xfrm flipH="1" flipV="1">
            <a:off x="6852213" y="2516118"/>
            <a:ext cx="95955" cy="4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3C2E45AC-6CE6-0C35-E437-CD261A9B2C28}"/>
              </a:ext>
            </a:extLst>
          </p:cNvPr>
          <p:cNvCxnSpPr>
            <a:cxnSpLocks/>
            <a:stCxn id="91" idx="1"/>
            <a:endCxn id="17" idx="3"/>
          </p:cNvCxnSpPr>
          <p:nvPr/>
        </p:nvCxnSpPr>
        <p:spPr>
          <a:xfrm flipH="1">
            <a:off x="6045568" y="2516118"/>
            <a:ext cx="62999" cy="7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ector recto 137">
            <a:extLst>
              <a:ext uri="{FF2B5EF4-FFF2-40B4-BE49-F238E27FC236}">
                <a16:creationId xmlns:a16="http://schemas.microsoft.com/office/drawing/2014/main" id="{473930CA-04F6-B018-FFC2-FA7D1474101E}"/>
              </a:ext>
            </a:extLst>
          </p:cNvPr>
          <p:cNvCxnSpPr>
            <a:cxnSpLocks/>
            <a:endCxn id="91" idx="2"/>
          </p:cNvCxnSpPr>
          <p:nvPr/>
        </p:nvCxnSpPr>
        <p:spPr>
          <a:xfrm flipV="1">
            <a:off x="6480288" y="2669874"/>
            <a:ext cx="102" cy="1232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ombo 140">
            <a:extLst>
              <a:ext uri="{FF2B5EF4-FFF2-40B4-BE49-F238E27FC236}">
                <a16:creationId xmlns:a16="http://schemas.microsoft.com/office/drawing/2014/main" id="{DA005777-6A49-281A-48A9-A85BFFFF8127}"/>
              </a:ext>
            </a:extLst>
          </p:cNvPr>
          <p:cNvSpPr/>
          <p:nvPr/>
        </p:nvSpPr>
        <p:spPr>
          <a:xfrm>
            <a:off x="6199230" y="2712529"/>
            <a:ext cx="571350" cy="457669"/>
          </a:xfrm>
          <a:prstGeom prst="diamond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500"/>
          </a:p>
        </p:txBody>
      </p: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00FE7B33-035E-028A-70DD-7AEA8C256D6E}"/>
              </a:ext>
            </a:extLst>
          </p:cNvPr>
          <p:cNvSpPr txBox="1"/>
          <p:nvPr/>
        </p:nvSpPr>
        <p:spPr>
          <a:xfrm>
            <a:off x="6180907" y="2824788"/>
            <a:ext cx="6336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"/>
              <a:t>¿Tiene residuos normales?</a:t>
            </a:r>
            <a:endParaRPr lang="es-ES" sz="600"/>
          </a:p>
        </p:txBody>
      </p: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B61D32E2-0DB5-5AE5-2F08-6A705A86FF4A}"/>
              </a:ext>
            </a:extLst>
          </p:cNvPr>
          <p:cNvCxnSpPr>
            <a:stCxn id="141" idx="2"/>
            <a:endCxn id="119" idx="0"/>
          </p:cNvCxnSpPr>
          <p:nvPr/>
        </p:nvCxnSpPr>
        <p:spPr>
          <a:xfrm flipH="1">
            <a:off x="6467991" y="3170198"/>
            <a:ext cx="16914" cy="798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2039D1E8-5166-641A-2F25-A62F78B38E6D}"/>
              </a:ext>
            </a:extLst>
          </p:cNvPr>
          <p:cNvSpPr txBox="1"/>
          <p:nvPr/>
        </p:nvSpPr>
        <p:spPr>
          <a:xfrm>
            <a:off x="6400679" y="3393351"/>
            <a:ext cx="2706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00"/>
              <a:t>SI</a:t>
            </a:r>
            <a:endParaRPr lang="es-ES" sz="800"/>
          </a:p>
        </p:txBody>
      </p:sp>
      <p:cxnSp>
        <p:nvCxnSpPr>
          <p:cNvPr id="170" name="Conector recto 169">
            <a:extLst>
              <a:ext uri="{FF2B5EF4-FFF2-40B4-BE49-F238E27FC236}">
                <a16:creationId xmlns:a16="http://schemas.microsoft.com/office/drawing/2014/main" id="{899D8FCE-F1BA-BC76-6564-48610E291768}"/>
              </a:ext>
            </a:extLst>
          </p:cNvPr>
          <p:cNvCxnSpPr>
            <a:endCxn id="21" idx="1"/>
          </p:cNvCxnSpPr>
          <p:nvPr/>
        </p:nvCxnSpPr>
        <p:spPr>
          <a:xfrm>
            <a:off x="5992469" y="4183909"/>
            <a:ext cx="933910" cy="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mbo 118">
            <a:extLst>
              <a:ext uri="{FF2B5EF4-FFF2-40B4-BE49-F238E27FC236}">
                <a16:creationId xmlns:a16="http://schemas.microsoft.com/office/drawing/2014/main" id="{7DA25A06-8660-1B0C-4DD7-87402239C230}"/>
              </a:ext>
            </a:extLst>
          </p:cNvPr>
          <p:cNvSpPr/>
          <p:nvPr/>
        </p:nvSpPr>
        <p:spPr>
          <a:xfrm>
            <a:off x="6182316" y="3968732"/>
            <a:ext cx="571350" cy="457669"/>
          </a:xfrm>
          <a:prstGeom prst="diamond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500"/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892DB2B4-B7A7-E0FE-2D37-38EE89E569DE}"/>
              </a:ext>
            </a:extLst>
          </p:cNvPr>
          <p:cNvSpPr txBox="1"/>
          <p:nvPr/>
        </p:nvSpPr>
        <p:spPr>
          <a:xfrm>
            <a:off x="6156540" y="4084693"/>
            <a:ext cx="6336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"/>
              <a:t>¿Tiene menores métricas?</a:t>
            </a:r>
            <a:endParaRPr lang="es-ES" sz="600"/>
          </a:p>
        </p:txBody>
      </p:sp>
      <p:cxnSp>
        <p:nvCxnSpPr>
          <p:cNvPr id="175" name="Conector: angular 174">
            <a:extLst>
              <a:ext uri="{FF2B5EF4-FFF2-40B4-BE49-F238E27FC236}">
                <a16:creationId xmlns:a16="http://schemas.microsoft.com/office/drawing/2014/main" id="{07B09A0B-C0C7-C579-91AA-3F93247B8348}"/>
              </a:ext>
            </a:extLst>
          </p:cNvPr>
          <p:cNvCxnSpPr>
            <a:cxnSpLocks/>
            <a:stCxn id="141" idx="2"/>
            <a:endCxn id="183" idx="2"/>
          </p:cNvCxnSpPr>
          <p:nvPr/>
        </p:nvCxnSpPr>
        <p:spPr>
          <a:xfrm rot="5400000" flipH="1" flipV="1">
            <a:off x="6833040" y="2691784"/>
            <a:ext cx="130279" cy="826550"/>
          </a:xfrm>
          <a:prstGeom prst="bentConnector3">
            <a:avLst>
              <a:gd name="adj1" fmla="val -17547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ectángulo: esquinas redondeadas 182">
            <a:extLst>
              <a:ext uri="{FF2B5EF4-FFF2-40B4-BE49-F238E27FC236}">
                <a16:creationId xmlns:a16="http://schemas.microsoft.com/office/drawing/2014/main" id="{D5AF405A-E001-D4AC-0BC4-41933D6A5224}"/>
              </a:ext>
            </a:extLst>
          </p:cNvPr>
          <p:cNvSpPr/>
          <p:nvPr/>
        </p:nvSpPr>
        <p:spPr>
          <a:xfrm>
            <a:off x="6971218" y="2861266"/>
            <a:ext cx="680474" cy="178653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>
                <a:solidFill>
                  <a:schemeClr val="tx1"/>
                </a:solidFill>
              </a:rPr>
              <a:t>Reentrenar</a:t>
            </a:r>
          </a:p>
        </p:txBody>
      </p:sp>
      <p:cxnSp>
        <p:nvCxnSpPr>
          <p:cNvPr id="185" name="Conector recto de flecha 184">
            <a:extLst>
              <a:ext uri="{FF2B5EF4-FFF2-40B4-BE49-F238E27FC236}">
                <a16:creationId xmlns:a16="http://schemas.microsoft.com/office/drawing/2014/main" id="{C0178F02-2C64-1F0D-6894-04C6B9A4E0FD}"/>
              </a:ext>
            </a:extLst>
          </p:cNvPr>
          <p:cNvCxnSpPr>
            <a:cxnSpLocks/>
            <a:stCxn id="183" idx="1"/>
            <a:endCxn id="142" idx="3"/>
          </p:cNvCxnSpPr>
          <p:nvPr/>
        </p:nvCxnSpPr>
        <p:spPr>
          <a:xfrm flipH="1" flipV="1">
            <a:off x="6814586" y="2947899"/>
            <a:ext cx="156632" cy="2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Rectángulo: esquinas redondeadas 261">
            <a:extLst>
              <a:ext uri="{FF2B5EF4-FFF2-40B4-BE49-F238E27FC236}">
                <a16:creationId xmlns:a16="http://schemas.microsoft.com/office/drawing/2014/main" id="{0D4271A7-6845-0DBA-32A5-8DEA5E267798}"/>
              </a:ext>
            </a:extLst>
          </p:cNvPr>
          <p:cNvSpPr/>
          <p:nvPr/>
        </p:nvSpPr>
        <p:spPr>
          <a:xfrm>
            <a:off x="3063421" y="2366684"/>
            <a:ext cx="743646" cy="307513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>
                <a:solidFill>
                  <a:schemeClr val="tx1"/>
                </a:solidFill>
              </a:rPr>
              <a:t>Análisis de residuos</a:t>
            </a:r>
          </a:p>
        </p:txBody>
      </p:sp>
      <p:sp>
        <p:nvSpPr>
          <p:cNvPr id="263" name="Rombo 262">
            <a:extLst>
              <a:ext uri="{FF2B5EF4-FFF2-40B4-BE49-F238E27FC236}">
                <a16:creationId xmlns:a16="http://schemas.microsoft.com/office/drawing/2014/main" id="{B16E7D92-BA7F-44AF-F8F5-113360DAE96B}"/>
              </a:ext>
            </a:extLst>
          </p:cNvPr>
          <p:cNvSpPr/>
          <p:nvPr/>
        </p:nvSpPr>
        <p:spPr>
          <a:xfrm>
            <a:off x="3149569" y="2767112"/>
            <a:ext cx="571350" cy="457669"/>
          </a:xfrm>
          <a:prstGeom prst="diamond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500"/>
          </a:p>
        </p:txBody>
      </p:sp>
      <p:sp>
        <p:nvSpPr>
          <p:cNvPr id="264" name="CuadroTexto 263">
            <a:extLst>
              <a:ext uri="{FF2B5EF4-FFF2-40B4-BE49-F238E27FC236}">
                <a16:creationId xmlns:a16="http://schemas.microsoft.com/office/drawing/2014/main" id="{13B6AA27-9DEF-EF42-BAAA-7D8BA5795064}"/>
              </a:ext>
            </a:extLst>
          </p:cNvPr>
          <p:cNvSpPr txBox="1"/>
          <p:nvPr/>
        </p:nvSpPr>
        <p:spPr>
          <a:xfrm>
            <a:off x="3243072" y="3558989"/>
            <a:ext cx="27069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ctr">
              <a:defRPr sz="700"/>
            </a:lvl1pPr>
          </a:lstStyle>
          <a:p>
            <a:r>
              <a:rPr lang="es-ES" dirty="0"/>
              <a:t>SI</a:t>
            </a:r>
          </a:p>
        </p:txBody>
      </p:sp>
      <p:sp>
        <p:nvSpPr>
          <p:cNvPr id="266" name="Rectángulo: esquinas redondeadas 265">
            <a:extLst>
              <a:ext uri="{FF2B5EF4-FFF2-40B4-BE49-F238E27FC236}">
                <a16:creationId xmlns:a16="http://schemas.microsoft.com/office/drawing/2014/main" id="{59EA997E-5BD2-FE68-97ED-24CE658AEB08}"/>
              </a:ext>
            </a:extLst>
          </p:cNvPr>
          <p:cNvSpPr/>
          <p:nvPr/>
        </p:nvSpPr>
        <p:spPr>
          <a:xfrm>
            <a:off x="4020698" y="2936723"/>
            <a:ext cx="680474" cy="178653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>
                <a:solidFill>
                  <a:schemeClr val="tx1"/>
                </a:solidFill>
              </a:rPr>
              <a:t>Reentrenar</a:t>
            </a:r>
          </a:p>
        </p:txBody>
      </p:sp>
      <p:cxnSp>
        <p:nvCxnSpPr>
          <p:cNvPr id="267" name="Conector recto de flecha 266">
            <a:extLst>
              <a:ext uri="{FF2B5EF4-FFF2-40B4-BE49-F238E27FC236}">
                <a16:creationId xmlns:a16="http://schemas.microsoft.com/office/drawing/2014/main" id="{CEF1CE61-7A6A-0DE9-B55D-D584F0ED2413}"/>
              </a:ext>
            </a:extLst>
          </p:cNvPr>
          <p:cNvCxnSpPr>
            <a:cxnSpLocks/>
            <a:stCxn id="266" idx="1"/>
            <a:endCxn id="278" idx="3"/>
          </p:cNvCxnSpPr>
          <p:nvPr/>
        </p:nvCxnSpPr>
        <p:spPr>
          <a:xfrm flipH="1" flipV="1">
            <a:off x="3752083" y="3024151"/>
            <a:ext cx="268615" cy="1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ector recto de flecha 267">
            <a:extLst>
              <a:ext uri="{FF2B5EF4-FFF2-40B4-BE49-F238E27FC236}">
                <a16:creationId xmlns:a16="http://schemas.microsoft.com/office/drawing/2014/main" id="{F944A6A8-98D9-7A75-ADC8-77FB5311A10D}"/>
              </a:ext>
            </a:extLst>
          </p:cNvPr>
          <p:cNvCxnSpPr>
            <a:cxnSpLocks/>
            <a:stCxn id="119" idx="2"/>
            <a:endCxn id="30" idx="0"/>
          </p:cNvCxnSpPr>
          <p:nvPr/>
        </p:nvCxnSpPr>
        <p:spPr>
          <a:xfrm flipH="1">
            <a:off x="6461402" y="4426401"/>
            <a:ext cx="6589" cy="6259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ector recto 272">
            <a:extLst>
              <a:ext uri="{FF2B5EF4-FFF2-40B4-BE49-F238E27FC236}">
                <a16:creationId xmlns:a16="http://schemas.microsoft.com/office/drawing/2014/main" id="{64910F54-4FF8-9E68-49F9-8F68D5AEAACB}"/>
              </a:ext>
            </a:extLst>
          </p:cNvPr>
          <p:cNvCxnSpPr>
            <a:cxnSpLocks/>
            <a:stCxn id="263" idx="0"/>
            <a:endCxn id="262" idx="2"/>
          </p:cNvCxnSpPr>
          <p:nvPr/>
        </p:nvCxnSpPr>
        <p:spPr>
          <a:xfrm flipV="1">
            <a:off x="3435244" y="2674197"/>
            <a:ext cx="0" cy="92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ector recto de flecha 273">
            <a:extLst>
              <a:ext uri="{FF2B5EF4-FFF2-40B4-BE49-F238E27FC236}">
                <a16:creationId xmlns:a16="http://schemas.microsoft.com/office/drawing/2014/main" id="{B719BB19-32B2-177C-6A80-2C317E360BD3}"/>
              </a:ext>
            </a:extLst>
          </p:cNvPr>
          <p:cNvCxnSpPr>
            <a:cxnSpLocks/>
            <a:stCxn id="263" idx="2"/>
            <a:endCxn id="265" idx="0"/>
          </p:cNvCxnSpPr>
          <p:nvPr/>
        </p:nvCxnSpPr>
        <p:spPr>
          <a:xfrm>
            <a:off x="3435244" y="3224781"/>
            <a:ext cx="8445" cy="753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ector: angular 274">
            <a:extLst>
              <a:ext uri="{FF2B5EF4-FFF2-40B4-BE49-F238E27FC236}">
                <a16:creationId xmlns:a16="http://schemas.microsoft.com/office/drawing/2014/main" id="{DD3AF274-1DB3-5F5B-533B-21736BB684DD}"/>
              </a:ext>
            </a:extLst>
          </p:cNvPr>
          <p:cNvCxnSpPr>
            <a:cxnSpLocks/>
            <a:endCxn id="266" idx="2"/>
          </p:cNvCxnSpPr>
          <p:nvPr/>
        </p:nvCxnSpPr>
        <p:spPr>
          <a:xfrm flipV="1">
            <a:off x="3442725" y="3115376"/>
            <a:ext cx="918210" cy="20129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CuadroTexto 276">
            <a:extLst>
              <a:ext uri="{FF2B5EF4-FFF2-40B4-BE49-F238E27FC236}">
                <a16:creationId xmlns:a16="http://schemas.microsoft.com/office/drawing/2014/main" id="{8417E041-7367-B590-33AB-3C066EE2654F}"/>
              </a:ext>
            </a:extLst>
          </p:cNvPr>
          <p:cNvSpPr txBox="1"/>
          <p:nvPr/>
        </p:nvSpPr>
        <p:spPr>
          <a:xfrm>
            <a:off x="3563269" y="3308712"/>
            <a:ext cx="37722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ctr">
              <a:defRPr sz="700"/>
            </a:lvl1pPr>
          </a:lstStyle>
          <a:p>
            <a:r>
              <a:rPr lang="es-ES" dirty="0"/>
              <a:t>NO</a:t>
            </a:r>
          </a:p>
        </p:txBody>
      </p:sp>
      <p:sp>
        <p:nvSpPr>
          <p:cNvPr id="278" name="CuadroTexto 277">
            <a:extLst>
              <a:ext uri="{FF2B5EF4-FFF2-40B4-BE49-F238E27FC236}">
                <a16:creationId xmlns:a16="http://schemas.microsoft.com/office/drawing/2014/main" id="{C2528969-A4AC-A487-A4BD-7EFEFDD1ACC1}"/>
              </a:ext>
            </a:extLst>
          </p:cNvPr>
          <p:cNvSpPr txBox="1"/>
          <p:nvPr/>
        </p:nvSpPr>
        <p:spPr>
          <a:xfrm>
            <a:off x="3118404" y="2901040"/>
            <a:ext cx="6336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" dirty="0"/>
              <a:t>¿Tiene residuos normales?</a:t>
            </a:r>
            <a:endParaRPr lang="es-ES" sz="600" dirty="0"/>
          </a:p>
        </p:txBody>
      </p:sp>
      <p:cxnSp>
        <p:nvCxnSpPr>
          <p:cNvPr id="280" name="Conector recto 279">
            <a:extLst>
              <a:ext uri="{FF2B5EF4-FFF2-40B4-BE49-F238E27FC236}">
                <a16:creationId xmlns:a16="http://schemas.microsoft.com/office/drawing/2014/main" id="{CBBC0A57-E8EB-A485-3108-66F06CE8CDFB}"/>
              </a:ext>
            </a:extLst>
          </p:cNvPr>
          <p:cNvCxnSpPr/>
          <p:nvPr/>
        </p:nvCxnSpPr>
        <p:spPr>
          <a:xfrm>
            <a:off x="3018384" y="4189328"/>
            <a:ext cx="933910" cy="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Rombo 264">
            <a:extLst>
              <a:ext uri="{FF2B5EF4-FFF2-40B4-BE49-F238E27FC236}">
                <a16:creationId xmlns:a16="http://schemas.microsoft.com/office/drawing/2014/main" id="{3622D0B2-67DC-64D8-A80D-BA6895C59969}"/>
              </a:ext>
            </a:extLst>
          </p:cNvPr>
          <p:cNvSpPr/>
          <p:nvPr/>
        </p:nvSpPr>
        <p:spPr>
          <a:xfrm>
            <a:off x="3158014" y="3977823"/>
            <a:ext cx="571350" cy="457669"/>
          </a:xfrm>
          <a:prstGeom prst="diamond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500"/>
          </a:p>
        </p:txBody>
      </p:sp>
      <p:sp>
        <p:nvSpPr>
          <p:cNvPr id="281" name="CuadroTexto 280">
            <a:extLst>
              <a:ext uri="{FF2B5EF4-FFF2-40B4-BE49-F238E27FC236}">
                <a16:creationId xmlns:a16="http://schemas.microsoft.com/office/drawing/2014/main" id="{D224B3A0-F2D9-02F8-2A58-EB13B8F20A02}"/>
              </a:ext>
            </a:extLst>
          </p:cNvPr>
          <p:cNvSpPr txBox="1"/>
          <p:nvPr/>
        </p:nvSpPr>
        <p:spPr>
          <a:xfrm>
            <a:off x="3115969" y="4100902"/>
            <a:ext cx="6336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" dirty="0"/>
              <a:t>¿Tiene menores métricas?</a:t>
            </a:r>
            <a:endParaRPr lang="es-ES" sz="600" dirty="0"/>
          </a:p>
        </p:txBody>
      </p:sp>
      <p:cxnSp>
        <p:nvCxnSpPr>
          <p:cNvPr id="282" name="Conector recto de flecha 281">
            <a:extLst>
              <a:ext uri="{FF2B5EF4-FFF2-40B4-BE49-F238E27FC236}">
                <a16:creationId xmlns:a16="http://schemas.microsoft.com/office/drawing/2014/main" id="{B6E91B9E-D445-4C4D-4457-0253D9A7A86B}"/>
              </a:ext>
            </a:extLst>
          </p:cNvPr>
          <p:cNvCxnSpPr>
            <a:cxnSpLocks/>
            <a:stCxn id="265" idx="2"/>
            <a:endCxn id="112" idx="0"/>
          </p:cNvCxnSpPr>
          <p:nvPr/>
        </p:nvCxnSpPr>
        <p:spPr>
          <a:xfrm flipH="1">
            <a:off x="3443630" y="4435492"/>
            <a:ext cx="59" cy="616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lot the new SVG R logo with ggplot2 | R-bloggers">
            <a:extLst>
              <a:ext uri="{FF2B5EF4-FFF2-40B4-BE49-F238E27FC236}">
                <a16:creationId xmlns:a16="http://schemas.microsoft.com/office/drawing/2014/main" id="{2CF20CC4-5BB3-B166-BA13-765CC4B9B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522" y="1708199"/>
            <a:ext cx="265074" cy="208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Picture 2" descr="Plot the new SVG R logo with ggplot2 | R-bloggers">
            <a:extLst>
              <a:ext uri="{FF2B5EF4-FFF2-40B4-BE49-F238E27FC236}">
                <a16:creationId xmlns:a16="http://schemas.microsoft.com/office/drawing/2014/main" id="{C6CA1775-58E1-AC70-724D-828C95D3B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97" y="1728363"/>
            <a:ext cx="265074" cy="208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Picture 2" descr="Plot the new SVG R logo with ggplot2 | R-bloggers">
            <a:extLst>
              <a:ext uri="{FF2B5EF4-FFF2-40B4-BE49-F238E27FC236}">
                <a16:creationId xmlns:a16="http://schemas.microsoft.com/office/drawing/2014/main" id="{9F39423F-A521-D3CA-B298-8B1F88A0E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1283" y="1670351"/>
            <a:ext cx="265074" cy="208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Picture 2" descr="Plot the new SVG R logo with ggplot2 | R-bloggers">
            <a:extLst>
              <a:ext uri="{FF2B5EF4-FFF2-40B4-BE49-F238E27FC236}">
                <a16:creationId xmlns:a16="http://schemas.microsoft.com/office/drawing/2014/main" id="{95A253FA-AAAC-91EA-4703-601BBD951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754" y="1713822"/>
            <a:ext cx="265074" cy="208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CuadroTexto 41">
            <a:extLst>
              <a:ext uri="{FF2B5EF4-FFF2-40B4-BE49-F238E27FC236}">
                <a16:creationId xmlns:a16="http://schemas.microsoft.com/office/drawing/2014/main" id="{953C0ED6-C200-DAED-53C8-29B04D719503}"/>
              </a:ext>
            </a:extLst>
          </p:cNvPr>
          <p:cNvSpPr txBox="1"/>
          <p:nvPr/>
        </p:nvSpPr>
        <p:spPr>
          <a:xfrm>
            <a:off x="6629647" y="3241738"/>
            <a:ext cx="37722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ctr">
              <a:defRPr sz="700"/>
            </a:lvl1pPr>
          </a:lstStyle>
          <a:p>
            <a:r>
              <a:rPr lang="es-ES" dirty="0"/>
              <a:t>NO</a:t>
            </a:r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B49A37A9-12E8-F270-A450-02C2360FBD13}"/>
              </a:ext>
            </a:extLst>
          </p:cNvPr>
          <p:cNvCxnSpPr>
            <a:stCxn id="30" idx="1"/>
          </p:cNvCxnSpPr>
          <p:nvPr/>
        </p:nvCxnSpPr>
        <p:spPr>
          <a:xfrm rot="10800000">
            <a:off x="5010150" y="1320072"/>
            <a:ext cx="892872" cy="385679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705A627-29A2-732D-8F0F-26581DE99610}"/>
              </a:ext>
            </a:extLst>
          </p:cNvPr>
          <p:cNvSpPr/>
          <p:nvPr/>
        </p:nvSpPr>
        <p:spPr>
          <a:xfrm>
            <a:off x="9114283" y="1372693"/>
            <a:ext cx="935556" cy="3075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Modelo simple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27859BF-0481-0A4F-0F40-9EF62FD61A39}"/>
              </a:ext>
            </a:extLst>
          </p:cNvPr>
          <p:cNvCxnSpPr>
            <a:cxnSpLocks/>
            <a:stCxn id="2" idx="2"/>
            <a:endCxn id="33" idx="0"/>
          </p:cNvCxnSpPr>
          <p:nvPr/>
        </p:nvCxnSpPr>
        <p:spPr>
          <a:xfrm>
            <a:off x="9582061" y="1680206"/>
            <a:ext cx="3080" cy="138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5B27B9D6-1AD8-D3FA-0159-A94F644DFD61}"/>
              </a:ext>
            </a:extLst>
          </p:cNvPr>
          <p:cNvSpPr/>
          <p:nvPr/>
        </p:nvSpPr>
        <p:spPr>
          <a:xfrm>
            <a:off x="9117363" y="1818707"/>
            <a:ext cx="935556" cy="3075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</a:rPr>
              <a:t>Modelo ampliado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2467169-03A5-08F4-A9A0-2CD0FCF7E601}"/>
              </a:ext>
            </a:extLst>
          </p:cNvPr>
          <p:cNvSpPr txBox="1"/>
          <p:nvPr/>
        </p:nvSpPr>
        <p:spPr>
          <a:xfrm>
            <a:off x="8573070" y="1424048"/>
            <a:ext cx="9355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/>
              <a:t>R^2=0,37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6F32AE1-5AC4-53C3-C8D2-C47220958424}"/>
              </a:ext>
            </a:extLst>
          </p:cNvPr>
          <p:cNvSpPr txBox="1"/>
          <p:nvPr/>
        </p:nvSpPr>
        <p:spPr>
          <a:xfrm>
            <a:off x="8576811" y="1873991"/>
            <a:ext cx="9355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/>
              <a:t>R^2=0,93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E1C02E6F-513B-140F-89F9-F0F120FC9D3D}"/>
              </a:ext>
            </a:extLst>
          </p:cNvPr>
          <p:cNvCxnSpPr>
            <a:cxnSpLocks/>
            <a:stCxn id="33" idx="2"/>
            <a:endCxn id="14" idx="0"/>
          </p:cNvCxnSpPr>
          <p:nvPr/>
        </p:nvCxnSpPr>
        <p:spPr>
          <a:xfrm flipH="1">
            <a:off x="9580936" y="2126220"/>
            <a:ext cx="4205" cy="367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BC4A7C58-C4BB-4AAC-95C8-81F9474A7816}"/>
              </a:ext>
            </a:extLst>
          </p:cNvPr>
          <p:cNvSpPr/>
          <p:nvPr/>
        </p:nvSpPr>
        <p:spPr>
          <a:xfrm>
            <a:off x="10469694" y="1404789"/>
            <a:ext cx="568922" cy="214988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dirty="0">
                <a:solidFill>
                  <a:schemeClr val="tx1"/>
                </a:solidFill>
              </a:rPr>
              <a:t>Diagnóstico de residuos</a:t>
            </a:r>
          </a:p>
        </p:txBody>
      </p: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9D303877-18B9-6269-3339-5BFC0E39486A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10754155" y="1619777"/>
            <a:ext cx="0" cy="181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Llaves 74">
            <a:extLst>
              <a:ext uri="{FF2B5EF4-FFF2-40B4-BE49-F238E27FC236}">
                <a16:creationId xmlns:a16="http://schemas.microsoft.com/office/drawing/2014/main" id="{B0D1D4E9-57F7-F85F-EC79-AB46F9990958}"/>
              </a:ext>
            </a:extLst>
          </p:cNvPr>
          <p:cNvSpPr/>
          <p:nvPr/>
        </p:nvSpPr>
        <p:spPr>
          <a:xfrm>
            <a:off x="11053632" y="1345910"/>
            <a:ext cx="891613" cy="316394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just"/>
            <a:r>
              <a:rPr lang="es-ES" sz="500" b="1" dirty="0" err="1"/>
              <a:t>Breusch</a:t>
            </a:r>
            <a:r>
              <a:rPr lang="es-ES" sz="500" b="1" dirty="0"/>
              <a:t> Pagan:</a:t>
            </a:r>
          </a:p>
          <a:p>
            <a:pPr algn="just"/>
            <a:r>
              <a:rPr lang="es-ES" sz="500" dirty="0" err="1"/>
              <a:t>Heterocedastividad</a:t>
            </a:r>
            <a:r>
              <a:rPr lang="es-ES" sz="500" dirty="0"/>
              <a:t>.</a:t>
            </a:r>
          </a:p>
          <a:p>
            <a:pPr algn="just"/>
            <a:r>
              <a:rPr lang="es-ES" sz="500" b="1" dirty="0"/>
              <a:t>RESET: </a:t>
            </a:r>
            <a:r>
              <a:rPr lang="es-ES" sz="500" dirty="0"/>
              <a:t>no linealidad</a:t>
            </a:r>
          </a:p>
          <a:p>
            <a:pPr algn="just"/>
            <a:r>
              <a:rPr lang="es-ES" sz="500" dirty="0"/>
              <a:t>omitida</a:t>
            </a:r>
          </a:p>
        </p:txBody>
      </p:sp>
      <p:sp>
        <p:nvSpPr>
          <p:cNvPr id="86" name="Rectángulo: esquinas redondeadas 85">
            <a:extLst>
              <a:ext uri="{FF2B5EF4-FFF2-40B4-BE49-F238E27FC236}">
                <a16:creationId xmlns:a16="http://schemas.microsoft.com/office/drawing/2014/main" id="{BF12D0D4-AA5B-C948-F63B-6295735BDE83}"/>
              </a:ext>
            </a:extLst>
          </p:cNvPr>
          <p:cNvSpPr/>
          <p:nvPr/>
        </p:nvSpPr>
        <p:spPr>
          <a:xfrm>
            <a:off x="10440059" y="1822034"/>
            <a:ext cx="622303" cy="214988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dirty="0">
                <a:solidFill>
                  <a:schemeClr val="tx1"/>
                </a:solidFill>
              </a:rPr>
              <a:t>Análisis de correlaciones</a:t>
            </a:r>
            <a:r>
              <a:rPr lang="es-ES" sz="400" dirty="0">
                <a:solidFill>
                  <a:schemeClr val="tx1"/>
                </a:solidFill>
              </a:rPr>
              <a:t>:</a:t>
            </a:r>
          </a:p>
        </p:txBody>
      </p:sp>
      <p:cxnSp>
        <p:nvCxnSpPr>
          <p:cNvPr id="96" name="Conector: angular 95">
            <a:extLst>
              <a:ext uri="{FF2B5EF4-FFF2-40B4-BE49-F238E27FC236}">
                <a16:creationId xmlns:a16="http://schemas.microsoft.com/office/drawing/2014/main" id="{445D321A-D4A7-E8B5-A5E4-12DE4A060D2B}"/>
              </a:ext>
            </a:extLst>
          </p:cNvPr>
          <p:cNvCxnSpPr>
            <a:cxnSpLocks/>
            <a:endCxn id="51" idx="1"/>
          </p:cNvCxnSpPr>
          <p:nvPr/>
        </p:nvCxnSpPr>
        <p:spPr>
          <a:xfrm flipV="1">
            <a:off x="10052919" y="1512283"/>
            <a:ext cx="416775" cy="398743"/>
          </a:xfrm>
          <a:prstGeom prst="bentConnector3">
            <a:avLst>
              <a:gd name="adj1" fmla="val 733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F4E029DB-A7C5-A71F-EAFF-6367FF97A0F7}"/>
              </a:ext>
            </a:extLst>
          </p:cNvPr>
          <p:cNvSpPr txBox="1"/>
          <p:nvPr/>
        </p:nvSpPr>
        <p:spPr>
          <a:xfrm>
            <a:off x="10110336" y="1633106"/>
            <a:ext cx="93555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00" dirty="0"/>
              <a:t>Multicolinealidad</a:t>
            </a:r>
          </a:p>
        </p:txBody>
      </p: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F28F9394-7694-689A-5752-58D92B1DB806}"/>
              </a:ext>
            </a:extLst>
          </p:cNvPr>
          <p:cNvCxnSpPr>
            <a:cxnSpLocks/>
            <a:stCxn id="86" idx="2"/>
          </p:cNvCxnSpPr>
          <p:nvPr/>
        </p:nvCxnSpPr>
        <p:spPr>
          <a:xfrm>
            <a:off x="10751211" y="2037022"/>
            <a:ext cx="0" cy="148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ángulo: esquinas redondeadas 116">
            <a:extLst>
              <a:ext uri="{FF2B5EF4-FFF2-40B4-BE49-F238E27FC236}">
                <a16:creationId xmlns:a16="http://schemas.microsoft.com/office/drawing/2014/main" id="{E5FC0BB8-269C-8AC7-2775-B90B911A9CA8}"/>
              </a:ext>
            </a:extLst>
          </p:cNvPr>
          <p:cNvSpPr/>
          <p:nvPr/>
        </p:nvSpPr>
        <p:spPr>
          <a:xfrm>
            <a:off x="10449584" y="2207694"/>
            <a:ext cx="659739" cy="214988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dirty="0">
                <a:solidFill>
                  <a:schemeClr val="tx1"/>
                </a:solidFill>
              </a:rPr>
              <a:t>Densidad de matriculaciones</a:t>
            </a:r>
            <a:endParaRPr lang="es-ES" sz="400" dirty="0">
              <a:solidFill>
                <a:schemeClr val="tx1"/>
              </a:solidFill>
            </a:endParaRPr>
          </a:p>
        </p:txBody>
      </p: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E45553AD-778A-6810-241C-89198E4FA611}"/>
              </a:ext>
            </a:extLst>
          </p:cNvPr>
          <p:cNvSpPr txBox="1"/>
          <p:nvPr/>
        </p:nvSpPr>
        <p:spPr>
          <a:xfrm>
            <a:off x="10089664" y="2029996"/>
            <a:ext cx="93555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00" dirty="0"/>
              <a:t>Motiva normalizar</a:t>
            </a:r>
          </a:p>
        </p:txBody>
      </p:sp>
      <p:pic>
        <p:nvPicPr>
          <p:cNvPr id="288" name="Picture 2" descr="Plot the new SVG R logo with ggplot2 | R-bloggers">
            <a:extLst>
              <a:ext uri="{FF2B5EF4-FFF2-40B4-BE49-F238E27FC236}">
                <a16:creationId xmlns:a16="http://schemas.microsoft.com/office/drawing/2014/main" id="{BA322226-7E1D-BC34-495B-B3EE529E6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6774" y="1516502"/>
            <a:ext cx="265074" cy="208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4" name="Conector recto de flecha 123">
            <a:extLst>
              <a:ext uri="{FF2B5EF4-FFF2-40B4-BE49-F238E27FC236}">
                <a16:creationId xmlns:a16="http://schemas.microsoft.com/office/drawing/2014/main" id="{F6041E8F-CC7E-4BAE-A74D-CAD19F39DF2B}"/>
              </a:ext>
            </a:extLst>
          </p:cNvPr>
          <p:cNvCxnSpPr>
            <a:cxnSpLocks/>
            <a:stCxn id="14" idx="3"/>
            <a:endCxn id="87" idx="1"/>
          </p:cNvCxnSpPr>
          <p:nvPr/>
        </p:nvCxnSpPr>
        <p:spPr>
          <a:xfrm flipV="1">
            <a:off x="10048714" y="2642550"/>
            <a:ext cx="177585" cy="5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Cerrar llave 131">
            <a:extLst>
              <a:ext uri="{FF2B5EF4-FFF2-40B4-BE49-F238E27FC236}">
                <a16:creationId xmlns:a16="http://schemas.microsoft.com/office/drawing/2014/main" id="{567E827E-D8C1-4281-126C-45E8E2BD5EE2}"/>
              </a:ext>
            </a:extLst>
          </p:cNvPr>
          <p:cNvSpPr/>
          <p:nvPr/>
        </p:nvSpPr>
        <p:spPr>
          <a:xfrm rot="16200000">
            <a:off x="9567713" y="1457863"/>
            <a:ext cx="220230" cy="290737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3" name="Rectángulo: esquinas redondeadas 132">
            <a:extLst>
              <a:ext uri="{FF2B5EF4-FFF2-40B4-BE49-F238E27FC236}">
                <a16:creationId xmlns:a16="http://schemas.microsoft.com/office/drawing/2014/main" id="{19648A49-D59C-1CEE-8B95-39F31D6A5636}"/>
              </a:ext>
            </a:extLst>
          </p:cNvPr>
          <p:cNvSpPr/>
          <p:nvPr/>
        </p:nvSpPr>
        <p:spPr>
          <a:xfrm>
            <a:off x="8241168" y="2984500"/>
            <a:ext cx="680474" cy="218303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tx1"/>
                </a:solidFill>
              </a:rPr>
              <a:t>Grandes </a:t>
            </a:r>
            <a:r>
              <a:rPr lang="es-ES" sz="700" dirty="0" err="1">
                <a:solidFill>
                  <a:schemeClr val="tx1"/>
                </a:solidFill>
              </a:rPr>
              <a:t>urb</a:t>
            </a:r>
            <a:endParaRPr lang="es-ES" sz="700" dirty="0">
              <a:solidFill>
                <a:schemeClr val="tx1"/>
              </a:solidFill>
            </a:endParaRPr>
          </a:p>
        </p:txBody>
      </p:sp>
      <p:sp>
        <p:nvSpPr>
          <p:cNvPr id="134" name="Rectángulo: esquinas redondeadas 133">
            <a:extLst>
              <a:ext uri="{FF2B5EF4-FFF2-40B4-BE49-F238E27FC236}">
                <a16:creationId xmlns:a16="http://schemas.microsoft.com/office/drawing/2014/main" id="{31BA9C47-2CF5-509C-BA7A-1D04CABFE230}"/>
              </a:ext>
            </a:extLst>
          </p:cNvPr>
          <p:cNvSpPr/>
          <p:nvPr/>
        </p:nvSpPr>
        <p:spPr>
          <a:xfrm>
            <a:off x="8998776" y="2987415"/>
            <a:ext cx="680474" cy="207120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tx1"/>
                </a:solidFill>
              </a:rPr>
              <a:t>Periurbanos</a:t>
            </a:r>
          </a:p>
        </p:txBody>
      </p:sp>
      <p:sp>
        <p:nvSpPr>
          <p:cNvPr id="135" name="Rectángulo: esquinas redondeadas 134">
            <a:extLst>
              <a:ext uri="{FF2B5EF4-FFF2-40B4-BE49-F238E27FC236}">
                <a16:creationId xmlns:a16="http://schemas.microsoft.com/office/drawing/2014/main" id="{54E10778-1E99-44D3-A4C4-4A897868ACD7}"/>
              </a:ext>
            </a:extLst>
          </p:cNvPr>
          <p:cNvSpPr/>
          <p:nvPr/>
        </p:nvSpPr>
        <p:spPr>
          <a:xfrm>
            <a:off x="9768813" y="2987414"/>
            <a:ext cx="680474" cy="200153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tx1"/>
                </a:solidFill>
              </a:rPr>
              <a:t>Rurales</a:t>
            </a:r>
          </a:p>
        </p:txBody>
      </p:sp>
      <p:sp>
        <p:nvSpPr>
          <p:cNvPr id="136" name="Rectángulo: esquinas redondeadas 135">
            <a:extLst>
              <a:ext uri="{FF2B5EF4-FFF2-40B4-BE49-F238E27FC236}">
                <a16:creationId xmlns:a16="http://schemas.microsoft.com/office/drawing/2014/main" id="{32A0DB66-D7C6-9366-5CAE-943244A2A2EC}"/>
              </a:ext>
            </a:extLst>
          </p:cNvPr>
          <p:cNvSpPr/>
          <p:nvPr/>
        </p:nvSpPr>
        <p:spPr>
          <a:xfrm>
            <a:off x="10524463" y="2979059"/>
            <a:ext cx="680474" cy="206668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 err="1">
                <a:solidFill>
                  <a:schemeClr val="tx1"/>
                </a:solidFill>
              </a:rPr>
              <a:t>Peq</a:t>
            </a:r>
            <a:r>
              <a:rPr lang="es-ES" sz="700" dirty="0">
                <a:solidFill>
                  <a:schemeClr val="tx1"/>
                </a:solidFill>
              </a:rPr>
              <a:t> alta demanda</a:t>
            </a:r>
          </a:p>
        </p:txBody>
      </p:sp>
    </p:spTree>
    <p:extLst>
      <p:ext uri="{BB962C8B-B14F-4D97-AF65-F5344CB8AC3E}">
        <p14:creationId xmlns:p14="http://schemas.microsoft.com/office/powerpoint/2010/main" val="22370130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191</Words>
  <Application>Microsoft Office PowerPoint</Application>
  <PresentationFormat>Panorámica</PresentationFormat>
  <Paragraphs>75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Gragera Flórez</dc:creator>
  <cp:lastModifiedBy>Rodrigo Gragera Flórez</cp:lastModifiedBy>
  <cp:revision>1</cp:revision>
  <dcterms:created xsi:type="dcterms:W3CDTF">2026-02-26T17:18:35Z</dcterms:created>
  <dcterms:modified xsi:type="dcterms:W3CDTF">2026-04-04T04:48:36Z</dcterms:modified>
</cp:coreProperties>
</file>